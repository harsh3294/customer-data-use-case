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embeddedFontLst>
    <p:embeddedFont>
      <p:font typeface="Anton"/>
      <p:regular r:id="rId8"/>
    </p:embeddedFont>
    <p:embeddedFont>
      <p:font typeface="Lato"/>
      <p:regular r:id="rId9"/>
      <p:bold r:id="rId10"/>
      <p:italic r:id="rId11"/>
      <p:boldItalic r:id="rId12"/>
    </p:embeddedFont>
    <p:embeddedFont>
      <p:font typeface="Fjalla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FjallaOne-regular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Anto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8bdab69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8bdab69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c5ac269ff_0_3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c5ac269ff_0_3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8c143df83b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8c143df83b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2518702" y="-1920309"/>
            <a:ext cx="2381729" cy="2405580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flipH="1" rot="10800000">
            <a:off x="4433134" y="4705992"/>
            <a:ext cx="914402" cy="92353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662404" y="-1765772"/>
            <a:ext cx="2743252" cy="27797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 rot="10800000">
            <a:off x="2917838" y="89715"/>
            <a:ext cx="380861" cy="395560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25" y="1294950"/>
            <a:ext cx="3218700" cy="25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25" y="3682025"/>
            <a:ext cx="26703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6015285" y="-809150"/>
            <a:ext cx="1072190" cy="1080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 flipH="1">
            <a:off x="8773823" y="2742675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2112101" y="-2148462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 flipH="1">
            <a:off x="4557421" y="4519959"/>
            <a:ext cx="4910588" cy="4949104"/>
          </a:xfrm>
          <a:custGeom>
            <a:rect b="b" l="l" r="r" t="t"/>
            <a:pathLst>
              <a:path extrusionOk="0" h="130972" w="130949">
                <a:moveTo>
                  <a:pt x="65623" y="0"/>
                </a:moveTo>
                <a:cubicBezTo>
                  <a:pt x="29376" y="0"/>
                  <a:pt x="0" y="29399"/>
                  <a:pt x="0" y="65349"/>
                </a:cubicBezTo>
                <a:cubicBezTo>
                  <a:pt x="0" y="101573"/>
                  <a:pt x="29376" y="130972"/>
                  <a:pt x="65623" y="130972"/>
                </a:cubicBezTo>
                <a:cubicBezTo>
                  <a:pt x="101573" y="130972"/>
                  <a:pt x="130949" y="101573"/>
                  <a:pt x="130949" y="65349"/>
                </a:cubicBezTo>
                <a:cubicBezTo>
                  <a:pt x="130949" y="29399"/>
                  <a:pt x="101573" y="0"/>
                  <a:pt x="656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flipH="1">
            <a:off x="4101471" y="65429"/>
            <a:ext cx="363788" cy="377837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>
            <a:off x="7087484" y="4394419"/>
            <a:ext cx="1390988" cy="98156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4525" y="4519950"/>
            <a:ext cx="363780" cy="36656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hasCustomPrompt="1" type="title"/>
          </p:nvPr>
        </p:nvSpPr>
        <p:spPr>
          <a:xfrm>
            <a:off x="713225" y="539500"/>
            <a:ext cx="32568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2" type="title"/>
          </p:nvPr>
        </p:nvSpPr>
        <p:spPr>
          <a:xfrm>
            <a:off x="713225" y="1207000"/>
            <a:ext cx="32568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713225" y="2939900"/>
            <a:ext cx="32568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13225" y="1700784"/>
            <a:ext cx="29826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3931975" y="541800"/>
            <a:ext cx="4498800" cy="40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/>
          <p:nvPr/>
        </p:nvSpPr>
        <p:spPr>
          <a:xfrm>
            <a:off x="3075321" y="-911801"/>
            <a:ext cx="1176938" cy="118599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-671825" y="3063025"/>
            <a:ext cx="897070" cy="90393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-1075954" y="-1983222"/>
            <a:ext cx="2888850" cy="2922221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57128" y="4256972"/>
            <a:ext cx="1815331" cy="1281006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866448" y="4651600"/>
            <a:ext cx="305994" cy="317818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-513313" y="3378425"/>
            <a:ext cx="824184" cy="830490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-1545654" y="-2244222"/>
            <a:ext cx="2888850" cy="2922221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104851" y="4933472"/>
            <a:ext cx="1176961" cy="83051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724402" y="678000"/>
            <a:ext cx="433605" cy="454284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13225" y="521225"/>
            <a:ext cx="26061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713225" y="2537023"/>
            <a:ext cx="26874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13225" y="3849624"/>
            <a:ext cx="26874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13225" y="2295144"/>
            <a:ext cx="20391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713225" y="3602736"/>
            <a:ext cx="20391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75321" y="-911801"/>
            <a:ext cx="1176938" cy="118599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-671825" y="3063025"/>
            <a:ext cx="897070" cy="90393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-1075954" y="-1983222"/>
            <a:ext cx="2888850" cy="2922221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357128" y="4256972"/>
            <a:ext cx="1815331" cy="1281006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1866448" y="4651600"/>
            <a:ext cx="305994" cy="317818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713225" y="1700784"/>
            <a:ext cx="31002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75321" y="-911801"/>
            <a:ext cx="1176938" cy="118599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-671825" y="3063025"/>
            <a:ext cx="897070" cy="90393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-1075954" y="-1983222"/>
            <a:ext cx="2888850" cy="2922221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357128" y="4256972"/>
            <a:ext cx="1815331" cy="1281006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866448" y="4651600"/>
            <a:ext cx="305994" cy="317818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713225" y="1704900"/>
            <a:ext cx="2297100" cy="17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3383275" y="539500"/>
            <a:ext cx="5177400" cy="40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100"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100"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100"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100"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100"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100"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100"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722376" y="843600"/>
            <a:ext cx="2651700" cy="345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8"/>
          <p:cNvSpPr/>
          <p:nvPr/>
        </p:nvSpPr>
        <p:spPr>
          <a:xfrm flipH="1">
            <a:off x="3014044" y="3361186"/>
            <a:ext cx="2821590" cy="266176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 flipH="1">
            <a:off x="7331864" y="-892687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2047175" y="-809150"/>
            <a:ext cx="1072190" cy="1080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-617475" y="2742675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4334763" y="-2148462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-333359" y="4519959"/>
            <a:ext cx="4910588" cy="4949104"/>
          </a:xfrm>
          <a:custGeom>
            <a:rect b="b" l="l" r="r" t="t"/>
            <a:pathLst>
              <a:path extrusionOk="0" h="130972" w="130949">
                <a:moveTo>
                  <a:pt x="65623" y="0"/>
                </a:moveTo>
                <a:cubicBezTo>
                  <a:pt x="29376" y="0"/>
                  <a:pt x="0" y="29399"/>
                  <a:pt x="0" y="65349"/>
                </a:cubicBezTo>
                <a:cubicBezTo>
                  <a:pt x="0" y="101573"/>
                  <a:pt x="29376" y="130972"/>
                  <a:pt x="65623" y="130972"/>
                </a:cubicBezTo>
                <a:cubicBezTo>
                  <a:pt x="101573" y="130972"/>
                  <a:pt x="130949" y="101573"/>
                  <a:pt x="130949" y="65349"/>
                </a:cubicBezTo>
                <a:cubicBezTo>
                  <a:pt x="130949" y="29399"/>
                  <a:pt x="101573" y="0"/>
                  <a:pt x="656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4669391" y="65429"/>
            <a:ext cx="363788" cy="377837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656179" y="4394419"/>
            <a:ext cx="1390988" cy="98156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 flipH="1">
            <a:off x="8626345" y="4519950"/>
            <a:ext cx="363780" cy="36656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 txBox="1"/>
          <p:nvPr>
            <p:ph hasCustomPrompt="1" type="title"/>
          </p:nvPr>
        </p:nvSpPr>
        <p:spPr>
          <a:xfrm flipH="1">
            <a:off x="5155675" y="539500"/>
            <a:ext cx="32568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  <a:defRPr>
                <a:solidFill>
                  <a:schemeClr val="accent4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Anton"/>
              <a:buNone/>
              <a:defRPr sz="7000">
                <a:solidFill>
                  <a:schemeClr val="accent4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9"/>
          <p:cNvSpPr txBox="1"/>
          <p:nvPr>
            <p:ph idx="2" type="title"/>
          </p:nvPr>
        </p:nvSpPr>
        <p:spPr>
          <a:xfrm flipH="1">
            <a:off x="5155675" y="1207000"/>
            <a:ext cx="32568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000"/>
              <a:buFont typeface="Anton"/>
              <a:buNone/>
              <a:defRPr sz="5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 flipH="1">
            <a:off x="5155675" y="2939900"/>
            <a:ext cx="32568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-241300" y="-171450"/>
            <a:ext cx="9658500" cy="5505600"/>
          </a:xfrm>
          <a:prstGeom prst="rect">
            <a:avLst/>
          </a:prstGeom>
          <a:solidFill>
            <a:srgbClr val="FFFFFF">
              <a:alpha val="1676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722376" y="535525"/>
            <a:ext cx="52212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hasCustomPrompt="1" type="title"/>
          </p:nvPr>
        </p:nvSpPr>
        <p:spPr>
          <a:xfrm>
            <a:off x="713225" y="1334725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145026" y="3143755"/>
            <a:ext cx="2418308" cy="2389120"/>
          </a:xfrm>
          <a:custGeom>
            <a:rect b="b" l="l" r="r" t="t"/>
            <a:pathLst>
              <a:path extrusionOk="0" h="182306" w="182033">
                <a:moveTo>
                  <a:pt x="91028" y="1"/>
                </a:moveTo>
                <a:cubicBezTo>
                  <a:pt x="40812" y="1"/>
                  <a:pt x="0" y="40789"/>
                  <a:pt x="0" y="91005"/>
                </a:cubicBezTo>
                <a:cubicBezTo>
                  <a:pt x="0" y="141517"/>
                  <a:pt x="40812" y="182306"/>
                  <a:pt x="91028" y="182306"/>
                </a:cubicBezTo>
                <a:cubicBezTo>
                  <a:pt x="141243" y="182306"/>
                  <a:pt x="182032" y="141517"/>
                  <a:pt x="182032" y="91005"/>
                </a:cubicBezTo>
                <a:cubicBezTo>
                  <a:pt x="182032" y="40789"/>
                  <a:pt x="141243" y="1"/>
                  <a:pt x="910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6753177" y="-1043245"/>
            <a:ext cx="1391846" cy="140248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1014725" y="4264926"/>
            <a:ext cx="1560090" cy="1572144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-930925" y="-751201"/>
            <a:ext cx="2628083" cy="265851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759097" y="4766061"/>
            <a:ext cx="548689" cy="569893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8472438" y="2571757"/>
            <a:ext cx="1243003" cy="122640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713225" y="3190875"/>
            <a:ext cx="7717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/>
          <p:nvPr/>
        </p:nvSpPr>
        <p:spPr>
          <a:xfrm>
            <a:off x="1307775" y="-438175"/>
            <a:ext cx="797257" cy="74769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CUSTOM">
    <p:bg>
      <p:bgPr>
        <a:solidFill>
          <a:schemeClr val="accent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5827776" y="774200"/>
            <a:ext cx="252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2" type="subTitle"/>
          </p:nvPr>
        </p:nvSpPr>
        <p:spPr>
          <a:xfrm>
            <a:off x="5827775" y="1819675"/>
            <a:ext cx="252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3" type="subTitle"/>
          </p:nvPr>
        </p:nvSpPr>
        <p:spPr>
          <a:xfrm>
            <a:off x="5827775" y="2865125"/>
            <a:ext cx="252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4" type="subTitle"/>
          </p:nvPr>
        </p:nvSpPr>
        <p:spPr>
          <a:xfrm>
            <a:off x="5827776" y="3910600"/>
            <a:ext cx="252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/>
          <p:nvPr/>
        </p:nvSpPr>
        <p:spPr>
          <a:xfrm flipH="1" rot="10800000">
            <a:off x="-637776" y="4159326"/>
            <a:ext cx="2435878" cy="2464023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 flipH="1" rot="10800000">
            <a:off x="1461787" y="-3925062"/>
            <a:ext cx="4519377" cy="4690762"/>
          </a:xfrm>
          <a:custGeom>
            <a:rect b="b" l="l" r="r" t="t"/>
            <a:pathLst>
              <a:path extrusionOk="0" h="130972" w="130949">
                <a:moveTo>
                  <a:pt x="65623" y="0"/>
                </a:moveTo>
                <a:cubicBezTo>
                  <a:pt x="29376" y="0"/>
                  <a:pt x="0" y="29399"/>
                  <a:pt x="0" y="65349"/>
                </a:cubicBezTo>
                <a:cubicBezTo>
                  <a:pt x="0" y="101573"/>
                  <a:pt x="29376" y="130972"/>
                  <a:pt x="65623" y="130972"/>
                </a:cubicBezTo>
                <a:cubicBezTo>
                  <a:pt x="101573" y="130972"/>
                  <a:pt x="130949" y="101573"/>
                  <a:pt x="130949" y="65349"/>
                </a:cubicBezTo>
                <a:cubicBezTo>
                  <a:pt x="130949" y="29399"/>
                  <a:pt x="101573" y="0"/>
                  <a:pt x="656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 flipH="1" rot="10800000">
            <a:off x="4356446" y="374280"/>
            <a:ext cx="363788" cy="377837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 flipH="1" rot="10800000">
            <a:off x="240746" y="3989505"/>
            <a:ext cx="363788" cy="377837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412500" y="4306901"/>
            <a:ext cx="1181876" cy="833959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>
            <p:ph hasCustomPrompt="1" type="title"/>
          </p:nvPr>
        </p:nvSpPr>
        <p:spPr>
          <a:xfrm>
            <a:off x="4983480" y="704088"/>
            <a:ext cx="8046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5" type="title"/>
          </p:nvPr>
        </p:nvSpPr>
        <p:spPr>
          <a:xfrm>
            <a:off x="4983480" y="1755648"/>
            <a:ext cx="8046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6" type="title"/>
          </p:nvPr>
        </p:nvSpPr>
        <p:spPr>
          <a:xfrm>
            <a:off x="4983480" y="2798064"/>
            <a:ext cx="8046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7" type="title"/>
          </p:nvPr>
        </p:nvSpPr>
        <p:spPr>
          <a:xfrm>
            <a:off x="4983480" y="3840480"/>
            <a:ext cx="8046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ton"/>
              <a:buNone/>
              <a:defRPr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8" type="subTitle"/>
          </p:nvPr>
        </p:nvSpPr>
        <p:spPr>
          <a:xfrm>
            <a:off x="5827774" y="530350"/>
            <a:ext cx="2523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9" type="subTitle"/>
          </p:nvPr>
        </p:nvSpPr>
        <p:spPr>
          <a:xfrm>
            <a:off x="5827774" y="1572768"/>
            <a:ext cx="2523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3" type="subTitle"/>
          </p:nvPr>
        </p:nvSpPr>
        <p:spPr>
          <a:xfrm>
            <a:off x="5827774" y="2624334"/>
            <a:ext cx="2523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4" type="subTitle"/>
          </p:nvPr>
        </p:nvSpPr>
        <p:spPr>
          <a:xfrm>
            <a:off x="5827774" y="3666744"/>
            <a:ext cx="2523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5" type="title"/>
          </p:nvPr>
        </p:nvSpPr>
        <p:spPr>
          <a:xfrm>
            <a:off x="713225" y="1703100"/>
            <a:ext cx="3256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Font typeface="Anton"/>
              <a:buNone/>
              <a:defRPr sz="4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bg>
      <p:bgPr>
        <a:solidFill>
          <a:schemeClr val="accent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2457052" y="4599424"/>
            <a:ext cx="935195" cy="94236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-1052200" y="3969651"/>
            <a:ext cx="1560090" cy="1572144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-969025" y="-1703701"/>
            <a:ext cx="2628083" cy="265851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2412179" y="4656171"/>
            <a:ext cx="322388" cy="334842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 txBox="1"/>
          <p:nvPr>
            <p:ph type="title"/>
          </p:nvPr>
        </p:nvSpPr>
        <p:spPr>
          <a:xfrm>
            <a:off x="713225" y="1703100"/>
            <a:ext cx="26790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1" type="subTitle"/>
          </p:nvPr>
        </p:nvSpPr>
        <p:spPr>
          <a:xfrm>
            <a:off x="5546828" y="713232"/>
            <a:ext cx="28839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2" type="subTitle"/>
          </p:nvPr>
        </p:nvSpPr>
        <p:spPr>
          <a:xfrm>
            <a:off x="5317850" y="2084832"/>
            <a:ext cx="28803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3" type="subTitle"/>
          </p:nvPr>
        </p:nvSpPr>
        <p:spPr>
          <a:xfrm>
            <a:off x="5547000" y="3447288"/>
            <a:ext cx="28839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F91C3"/>
          </p15:clr>
        </p15:guide>
        <p15:guide id="2">
          <p15:clr>
            <a:srgbClr val="FF91C3"/>
          </p15:clr>
        </p15:guide>
        <p15:guide id="3" pos="5760">
          <p15:clr>
            <a:srgbClr val="FF91C3"/>
          </p15:clr>
        </p15:guide>
        <p15:guide id="4" pos="449">
          <p15:clr>
            <a:srgbClr val="FF91C3"/>
          </p15:clr>
        </p15:guide>
        <p15:guide id="5" pos="5311">
          <p15:clr>
            <a:srgbClr val="FF91C3"/>
          </p15:clr>
        </p15:guide>
        <p15:guide id="6" orient="horz" pos="1620">
          <p15:clr>
            <a:srgbClr val="FF91C3"/>
          </p15:clr>
        </p15:guide>
        <p15:guide id="7" orient="horz" pos="340">
          <p15:clr>
            <a:srgbClr val="FF91C3"/>
          </p15:clr>
        </p15:guide>
        <p15:guide id="8" orient="horz">
          <p15:clr>
            <a:srgbClr val="FF91C3"/>
          </p15:clr>
        </p15:guide>
        <p15:guide id="9" orient="horz" pos="2897">
          <p15:clr>
            <a:srgbClr val="FF91C3"/>
          </p15:clr>
        </p15:guide>
        <p15:guide id="10" orient="horz" pos="3237">
          <p15:clr>
            <a:srgbClr val="FF91C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">
    <p:bg>
      <p:bgPr>
        <a:solidFill>
          <a:schemeClr val="accent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7475448" y="-2173912"/>
            <a:ext cx="3337120" cy="3367648"/>
          </a:xfrm>
          <a:custGeom>
            <a:rect b="b" l="l" r="r" t="t"/>
            <a:pathLst>
              <a:path extrusionOk="0" h="182306" w="182033">
                <a:moveTo>
                  <a:pt x="91028" y="1"/>
                </a:moveTo>
                <a:cubicBezTo>
                  <a:pt x="40812" y="1"/>
                  <a:pt x="0" y="40789"/>
                  <a:pt x="0" y="91005"/>
                </a:cubicBezTo>
                <a:cubicBezTo>
                  <a:pt x="0" y="141517"/>
                  <a:pt x="40812" y="182306"/>
                  <a:pt x="91028" y="182306"/>
                </a:cubicBezTo>
                <a:cubicBezTo>
                  <a:pt x="141243" y="182306"/>
                  <a:pt x="182032" y="141517"/>
                  <a:pt x="182032" y="91005"/>
                </a:cubicBezTo>
                <a:cubicBezTo>
                  <a:pt x="182032" y="40789"/>
                  <a:pt x="141243" y="1"/>
                  <a:pt x="910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1197327" y="4557324"/>
            <a:ext cx="935195" cy="94236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-240025" y="4026301"/>
            <a:ext cx="1560090" cy="1572144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-969025" y="-1703701"/>
            <a:ext cx="2628083" cy="265851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1958879" y="4644946"/>
            <a:ext cx="322388" cy="334842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1197326" y="144125"/>
            <a:ext cx="392391" cy="395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 txBox="1"/>
          <p:nvPr>
            <p:ph type="title"/>
          </p:nvPr>
        </p:nvSpPr>
        <p:spPr>
          <a:xfrm>
            <a:off x="713225" y="1703100"/>
            <a:ext cx="3346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Fjalla One"/>
              <a:buNone/>
              <a:defRPr b="1" sz="50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4681728" y="905256"/>
            <a:ext cx="30723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2" type="subTitle"/>
          </p:nvPr>
        </p:nvSpPr>
        <p:spPr>
          <a:xfrm>
            <a:off x="5257800" y="667512"/>
            <a:ext cx="1911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3" type="subTitle"/>
          </p:nvPr>
        </p:nvSpPr>
        <p:spPr>
          <a:xfrm>
            <a:off x="4681728" y="2267712"/>
            <a:ext cx="30723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4" type="subTitle"/>
          </p:nvPr>
        </p:nvSpPr>
        <p:spPr>
          <a:xfrm>
            <a:off x="5257800" y="2029968"/>
            <a:ext cx="1911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5"/>
          <p:cNvSpPr txBox="1"/>
          <p:nvPr>
            <p:ph idx="5" type="subTitle"/>
          </p:nvPr>
        </p:nvSpPr>
        <p:spPr>
          <a:xfrm>
            <a:off x="4681728" y="3621024"/>
            <a:ext cx="30723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6" type="subTitle"/>
          </p:nvPr>
        </p:nvSpPr>
        <p:spPr>
          <a:xfrm>
            <a:off x="5257800" y="3383280"/>
            <a:ext cx="1911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-412088" y="4036850"/>
            <a:ext cx="824184" cy="830490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-936054" y="-2120397"/>
            <a:ext cx="2888850" cy="2922221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910326" y="4599422"/>
            <a:ext cx="1176961" cy="83051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8360850" y="171225"/>
            <a:ext cx="311944" cy="293027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6816976" y="4599425"/>
            <a:ext cx="347923" cy="36452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713225" y="1703100"/>
            <a:ext cx="24957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8" name="Google Shape;138;p16"/>
          <p:cNvSpPr txBox="1"/>
          <p:nvPr>
            <p:ph idx="1" type="subTitle"/>
          </p:nvPr>
        </p:nvSpPr>
        <p:spPr>
          <a:xfrm>
            <a:off x="4937760" y="1170432"/>
            <a:ext cx="1691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2" type="subTitle"/>
          </p:nvPr>
        </p:nvSpPr>
        <p:spPr>
          <a:xfrm>
            <a:off x="4937760" y="1215771"/>
            <a:ext cx="1691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3" type="subTitle"/>
          </p:nvPr>
        </p:nvSpPr>
        <p:spPr>
          <a:xfrm>
            <a:off x="6711726" y="1170432"/>
            <a:ext cx="1691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4" type="subTitle"/>
          </p:nvPr>
        </p:nvSpPr>
        <p:spPr>
          <a:xfrm>
            <a:off x="6711726" y="1215771"/>
            <a:ext cx="1691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idx="5" type="subTitle"/>
          </p:nvPr>
        </p:nvSpPr>
        <p:spPr>
          <a:xfrm>
            <a:off x="4937760" y="3127248"/>
            <a:ext cx="1691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6"/>
          <p:cNvSpPr txBox="1"/>
          <p:nvPr>
            <p:ph idx="6" type="subTitle"/>
          </p:nvPr>
        </p:nvSpPr>
        <p:spPr>
          <a:xfrm>
            <a:off x="4937760" y="3172587"/>
            <a:ext cx="1691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6"/>
          <p:cNvSpPr txBox="1"/>
          <p:nvPr>
            <p:ph idx="7" type="subTitle"/>
          </p:nvPr>
        </p:nvSpPr>
        <p:spPr>
          <a:xfrm>
            <a:off x="6711726" y="3127248"/>
            <a:ext cx="1691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6"/>
          <p:cNvSpPr txBox="1"/>
          <p:nvPr>
            <p:ph idx="8" type="subTitle"/>
          </p:nvPr>
        </p:nvSpPr>
        <p:spPr>
          <a:xfrm>
            <a:off x="6711726" y="3172587"/>
            <a:ext cx="1691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9" type="subTitle"/>
          </p:nvPr>
        </p:nvSpPr>
        <p:spPr>
          <a:xfrm>
            <a:off x="3169860" y="1170432"/>
            <a:ext cx="1691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3" type="subTitle"/>
          </p:nvPr>
        </p:nvSpPr>
        <p:spPr>
          <a:xfrm>
            <a:off x="3169860" y="1215771"/>
            <a:ext cx="1691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4" type="subTitle"/>
          </p:nvPr>
        </p:nvSpPr>
        <p:spPr>
          <a:xfrm>
            <a:off x="3169860" y="3127248"/>
            <a:ext cx="1691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5" type="subTitle"/>
          </p:nvPr>
        </p:nvSpPr>
        <p:spPr>
          <a:xfrm>
            <a:off x="3169860" y="3172587"/>
            <a:ext cx="1691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8742349" y="3591312"/>
            <a:ext cx="803299" cy="80944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751646" y="-831351"/>
            <a:ext cx="1176938" cy="118599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840643" y="4301512"/>
            <a:ext cx="1674656" cy="1181713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788398" y="36825"/>
            <a:ext cx="305994" cy="317818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297776" y="4586569"/>
            <a:ext cx="1085764" cy="1094116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713225" y="1703100"/>
            <a:ext cx="33759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" type="subTitle"/>
          </p:nvPr>
        </p:nvSpPr>
        <p:spPr>
          <a:xfrm>
            <a:off x="4562700" y="552450"/>
            <a:ext cx="386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2" type="subTitle"/>
          </p:nvPr>
        </p:nvSpPr>
        <p:spPr>
          <a:xfrm>
            <a:off x="5562600" y="1220812"/>
            <a:ext cx="28683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9" name="Google Shape;159;p17"/>
          <p:cNvSpPr txBox="1"/>
          <p:nvPr>
            <p:ph idx="3" type="subTitle"/>
          </p:nvPr>
        </p:nvSpPr>
        <p:spPr>
          <a:xfrm>
            <a:off x="4562700" y="2053925"/>
            <a:ext cx="386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7"/>
          <p:cNvSpPr txBox="1"/>
          <p:nvPr>
            <p:ph idx="4" type="subTitle"/>
          </p:nvPr>
        </p:nvSpPr>
        <p:spPr>
          <a:xfrm>
            <a:off x="5562600" y="2720428"/>
            <a:ext cx="28683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1" name="Google Shape;161;p17"/>
          <p:cNvSpPr txBox="1"/>
          <p:nvPr>
            <p:ph idx="5" type="subTitle"/>
          </p:nvPr>
        </p:nvSpPr>
        <p:spPr>
          <a:xfrm>
            <a:off x="4562700" y="3555400"/>
            <a:ext cx="386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6" type="subTitle"/>
          </p:nvPr>
        </p:nvSpPr>
        <p:spPr>
          <a:xfrm>
            <a:off x="5562600" y="4229188"/>
            <a:ext cx="28683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800"/>
              <a:buFont typeface="Anton"/>
              <a:buNone/>
              <a:defRPr sz="180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 flipH="1">
            <a:off x="4871410" y="-801050"/>
            <a:ext cx="1072190" cy="1080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 flipH="1">
            <a:off x="8773823" y="2742675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 flipH="1">
            <a:off x="7484264" y="-1359412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 flipH="1">
            <a:off x="7087484" y="4394419"/>
            <a:ext cx="1390988" cy="98156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6980000" y="4663025"/>
            <a:ext cx="274295" cy="274295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>
            <p:ph type="title"/>
          </p:nvPr>
        </p:nvSpPr>
        <p:spPr>
          <a:xfrm>
            <a:off x="5410075" y="1703100"/>
            <a:ext cx="30024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 flipH="1">
            <a:off x="4871410" y="-801050"/>
            <a:ext cx="1072190" cy="1080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 flipH="1">
            <a:off x="8773823" y="2742675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 flipH="1">
            <a:off x="7484264" y="-1359412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 flipH="1">
            <a:off x="7087484" y="4394419"/>
            <a:ext cx="1390988" cy="98156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980000" y="4663025"/>
            <a:ext cx="274295" cy="274295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 txBox="1"/>
          <p:nvPr>
            <p:ph type="title"/>
          </p:nvPr>
        </p:nvSpPr>
        <p:spPr>
          <a:xfrm>
            <a:off x="5341525" y="1700775"/>
            <a:ext cx="30711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9"/>
          <p:cNvSpPr txBox="1"/>
          <p:nvPr>
            <p:ph idx="1" type="subTitle"/>
          </p:nvPr>
        </p:nvSpPr>
        <p:spPr>
          <a:xfrm>
            <a:off x="1536192" y="438912"/>
            <a:ext cx="27981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2" type="subTitle"/>
          </p:nvPr>
        </p:nvSpPr>
        <p:spPr>
          <a:xfrm>
            <a:off x="1536192" y="1563624"/>
            <a:ext cx="27981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3" type="subTitle"/>
          </p:nvPr>
        </p:nvSpPr>
        <p:spPr>
          <a:xfrm>
            <a:off x="1536192" y="2679192"/>
            <a:ext cx="27981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idx="4" type="subTitle"/>
          </p:nvPr>
        </p:nvSpPr>
        <p:spPr>
          <a:xfrm>
            <a:off x="1536192" y="3803904"/>
            <a:ext cx="2798100" cy="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IG_NUMBER_1">
    <p:bg>
      <p:bgPr>
        <a:solidFill>
          <a:schemeClr val="accent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8145026" y="3143755"/>
            <a:ext cx="2418308" cy="2389120"/>
          </a:xfrm>
          <a:custGeom>
            <a:rect b="b" l="l" r="r" t="t"/>
            <a:pathLst>
              <a:path extrusionOk="0" h="182306" w="182033">
                <a:moveTo>
                  <a:pt x="91028" y="1"/>
                </a:moveTo>
                <a:cubicBezTo>
                  <a:pt x="40812" y="1"/>
                  <a:pt x="0" y="40789"/>
                  <a:pt x="0" y="91005"/>
                </a:cubicBezTo>
                <a:cubicBezTo>
                  <a:pt x="0" y="141517"/>
                  <a:pt x="40812" y="182306"/>
                  <a:pt x="91028" y="182306"/>
                </a:cubicBezTo>
                <a:cubicBezTo>
                  <a:pt x="141243" y="182306"/>
                  <a:pt x="182032" y="141517"/>
                  <a:pt x="182032" y="91005"/>
                </a:cubicBezTo>
                <a:cubicBezTo>
                  <a:pt x="182032" y="40789"/>
                  <a:pt x="141243" y="1"/>
                  <a:pt x="910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6753177" y="-1043245"/>
            <a:ext cx="1391846" cy="140248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014725" y="4264926"/>
            <a:ext cx="1560090" cy="1572144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-930925" y="-751201"/>
            <a:ext cx="2628083" cy="265851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759097" y="4766061"/>
            <a:ext cx="548689" cy="569893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8472438" y="2571757"/>
            <a:ext cx="1243003" cy="122640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1307775" y="-438175"/>
            <a:ext cx="797257" cy="74769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 flipH="1">
            <a:off x="6015285" y="-809150"/>
            <a:ext cx="1072190" cy="1080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 flipH="1">
            <a:off x="8773823" y="2742675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 flipH="1">
            <a:off x="2112101" y="-2148462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 flipH="1">
            <a:off x="4101471" y="65429"/>
            <a:ext cx="363788" cy="377837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 flipH="1">
            <a:off x="7087484" y="4394419"/>
            <a:ext cx="1390988" cy="98156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144525" y="4519950"/>
            <a:ext cx="363780" cy="36656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 flipH="1">
            <a:off x="-709365" y="3314050"/>
            <a:ext cx="1072190" cy="1080385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Words">
  <p:cSld name="CUSTOM_8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8145026" y="3143755"/>
            <a:ext cx="2418308" cy="2389120"/>
          </a:xfrm>
          <a:custGeom>
            <a:rect b="b" l="l" r="r" t="t"/>
            <a:pathLst>
              <a:path extrusionOk="0" h="182306" w="182033">
                <a:moveTo>
                  <a:pt x="91028" y="1"/>
                </a:moveTo>
                <a:cubicBezTo>
                  <a:pt x="40812" y="1"/>
                  <a:pt x="0" y="40789"/>
                  <a:pt x="0" y="91005"/>
                </a:cubicBezTo>
                <a:cubicBezTo>
                  <a:pt x="0" y="141517"/>
                  <a:pt x="40812" y="182306"/>
                  <a:pt x="91028" y="182306"/>
                </a:cubicBezTo>
                <a:cubicBezTo>
                  <a:pt x="141243" y="182306"/>
                  <a:pt x="182032" y="141517"/>
                  <a:pt x="182032" y="91005"/>
                </a:cubicBezTo>
                <a:cubicBezTo>
                  <a:pt x="182032" y="40789"/>
                  <a:pt x="141243" y="1"/>
                  <a:pt x="910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6753177" y="-1043245"/>
            <a:ext cx="1391846" cy="140248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1014725" y="4264926"/>
            <a:ext cx="1560090" cy="1572144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-930925" y="-751201"/>
            <a:ext cx="2628083" cy="265851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759097" y="4766061"/>
            <a:ext cx="548689" cy="569893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8472438" y="2571757"/>
            <a:ext cx="1243003" cy="122640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1307775" y="-438175"/>
            <a:ext cx="797257" cy="74769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>
            <p:ph type="title"/>
          </p:nvPr>
        </p:nvSpPr>
        <p:spPr>
          <a:xfrm>
            <a:off x="1367700" y="1323900"/>
            <a:ext cx="6408600" cy="24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Font typeface="Anton"/>
              <a:buNone/>
              <a:defRPr sz="72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 list">
  <p:cSld name="TITLE_AND_BODY_1">
    <p:bg>
      <p:bgPr>
        <a:solidFill>
          <a:schemeClr val="accent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713225" y="1700775"/>
            <a:ext cx="32187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1" type="subTitle"/>
          </p:nvPr>
        </p:nvSpPr>
        <p:spPr>
          <a:xfrm>
            <a:off x="3931975" y="541800"/>
            <a:ext cx="4498800" cy="40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23"/>
          <p:cNvSpPr/>
          <p:nvPr/>
        </p:nvSpPr>
        <p:spPr>
          <a:xfrm>
            <a:off x="3075321" y="-911801"/>
            <a:ext cx="1176938" cy="1185998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-671825" y="3063025"/>
            <a:ext cx="897070" cy="90393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-1075954" y="-1983222"/>
            <a:ext cx="2888850" cy="2922221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357128" y="4256972"/>
            <a:ext cx="1815331" cy="1281006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 flipH="1" rot="10800000">
            <a:off x="7824100" y="4719346"/>
            <a:ext cx="897070" cy="903932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 flipH="1" rot="10800000">
            <a:off x="7737778" y="-264550"/>
            <a:ext cx="1815331" cy="1281006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7375698" y="4517425"/>
            <a:ext cx="305994" cy="317818"/>
          </a:xfrm>
          <a:custGeom>
            <a:rect b="b" l="l" r="r" t="t"/>
            <a:pathLst>
              <a:path extrusionOk="0" h="9999" w="9701">
                <a:moveTo>
                  <a:pt x="4839" y="1"/>
                </a:moveTo>
                <a:cubicBezTo>
                  <a:pt x="1986" y="1"/>
                  <a:pt x="0" y="2283"/>
                  <a:pt x="0" y="5136"/>
                </a:cubicBezTo>
                <a:cubicBezTo>
                  <a:pt x="0" y="7716"/>
                  <a:pt x="1986" y="9998"/>
                  <a:pt x="4839" y="9998"/>
                </a:cubicBezTo>
                <a:cubicBezTo>
                  <a:pt x="7418" y="9998"/>
                  <a:pt x="9701" y="7716"/>
                  <a:pt x="9701" y="5136"/>
                </a:cubicBezTo>
                <a:cubicBezTo>
                  <a:pt x="9701" y="2283"/>
                  <a:pt x="7418" y="1"/>
                  <a:pt x="4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/>
          <p:nvPr/>
        </p:nvSpPr>
        <p:spPr>
          <a:xfrm>
            <a:off x="8497846" y="894825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-1161329" y="-1187962"/>
            <a:ext cx="2687786" cy="2718835"/>
          </a:xfrm>
          <a:custGeom>
            <a:rect b="b" l="l" r="r" t="t"/>
            <a:pathLst>
              <a:path extrusionOk="0" h="77333" w="77036">
                <a:moveTo>
                  <a:pt x="38529" y="1"/>
                </a:moveTo>
                <a:cubicBezTo>
                  <a:pt x="17119" y="1"/>
                  <a:pt x="0" y="17416"/>
                  <a:pt x="0" y="38530"/>
                </a:cubicBezTo>
                <a:cubicBezTo>
                  <a:pt x="0" y="59917"/>
                  <a:pt x="17119" y="77333"/>
                  <a:pt x="38529" y="77333"/>
                </a:cubicBezTo>
                <a:cubicBezTo>
                  <a:pt x="59916" y="77333"/>
                  <a:pt x="77035" y="59917"/>
                  <a:pt x="77035" y="38530"/>
                </a:cubicBezTo>
                <a:cubicBezTo>
                  <a:pt x="77035" y="17416"/>
                  <a:pt x="59916" y="1"/>
                  <a:pt x="385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1486312" y="4394419"/>
            <a:ext cx="1390987" cy="981568"/>
          </a:xfrm>
          <a:custGeom>
            <a:rect b="b" l="l" r="r" t="t"/>
            <a:pathLst>
              <a:path extrusionOk="0" h="25976" w="37093">
                <a:moveTo>
                  <a:pt x="18535" y="0"/>
                </a:moveTo>
                <a:cubicBezTo>
                  <a:pt x="8264" y="0"/>
                  <a:pt x="1" y="8286"/>
                  <a:pt x="1" y="18557"/>
                </a:cubicBezTo>
                <a:cubicBezTo>
                  <a:pt x="1" y="21114"/>
                  <a:pt x="572" y="23693"/>
                  <a:pt x="1713" y="25975"/>
                </a:cubicBezTo>
                <a:lnTo>
                  <a:pt x="35654" y="25975"/>
                </a:lnTo>
                <a:cubicBezTo>
                  <a:pt x="36521" y="23693"/>
                  <a:pt x="37092" y="21114"/>
                  <a:pt x="37092" y="18557"/>
                </a:cubicBezTo>
                <a:cubicBezTo>
                  <a:pt x="37092" y="8286"/>
                  <a:pt x="28806" y="0"/>
                  <a:pt x="185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 flipH="1">
            <a:off x="2710488" y="4663025"/>
            <a:ext cx="274295" cy="274295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3792098" y="539501"/>
            <a:ext cx="486938" cy="490720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-489154" y="3725212"/>
            <a:ext cx="978302" cy="985813"/>
          </a:xfrm>
          <a:custGeom>
            <a:rect b="b" l="l" r="r" t="t"/>
            <a:pathLst>
              <a:path extrusionOk="0" h="37092" w="37092">
                <a:moveTo>
                  <a:pt x="18558" y="1"/>
                </a:moveTo>
                <a:cubicBezTo>
                  <a:pt x="8286" y="1"/>
                  <a:pt x="1" y="8286"/>
                  <a:pt x="1" y="18558"/>
                </a:cubicBezTo>
                <a:cubicBezTo>
                  <a:pt x="1" y="28829"/>
                  <a:pt x="8286" y="37092"/>
                  <a:pt x="18558" y="37092"/>
                </a:cubicBezTo>
                <a:cubicBezTo>
                  <a:pt x="28829" y="37092"/>
                  <a:pt x="37092" y="28829"/>
                  <a:pt x="37092" y="18558"/>
                </a:cubicBezTo>
                <a:cubicBezTo>
                  <a:pt x="37092" y="8286"/>
                  <a:pt x="28829" y="1"/>
                  <a:pt x="185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type="title"/>
          </p:nvPr>
        </p:nvSpPr>
        <p:spPr>
          <a:xfrm>
            <a:off x="713225" y="1830600"/>
            <a:ext cx="26877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572000" y="523875"/>
            <a:ext cx="38589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4571850" y="1419225"/>
            <a:ext cx="3858900" cy="1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/>
        </p:nvSpPr>
        <p:spPr>
          <a:xfrm>
            <a:off x="4572000" y="3836825"/>
            <a:ext cx="3858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nton"/>
              <a:buNone/>
              <a:defRPr sz="44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5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3671144" y="3278638"/>
            <a:ext cx="2960617" cy="1864794"/>
          </a:xfrm>
          <a:custGeom>
            <a:rect b="b" l="l" r="r" t="t"/>
            <a:pathLst>
              <a:path extrusionOk="0" h="81879" w="130137">
                <a:moveTo>
                  <a:pt x="0" y="1"/>
                </a:moveTo>
                <a:lnTo>
                  <a:pt x="0" y="81878"/>
                </a:lnTo>
                <a:lnTo>
                  <a:pt x="130136" y="81878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3657675" y="1647434"/>
            <a:ext cx="5486117" cy="3496054"/>
          </a:xfrm>
          <a:custGeom>
            <a:rect b="b" l="l" r="r" t="t"/>
            <a:pathLst>
              <a:path extrusionOk="0" h="153504" w="241148">
                <a:moveTo>
                  <a:pt x="114905" y="1"/>
                </a:moveTo>
                <a:cubicBezTo>
                  <a:pt x="113636" y="1"/>
                  <a:pt x="112366" y="346"/>
                  <a:pt x="111257" y="1036"/>
                </a:cubicBezTo>
                <a:lnTo>
                  <a:pt x="2416" y="67879"/>
                </a:lnTo>
                <a:cubicBezTo>
                  <a:pt x="0" y="69407"/>
                  <a:pt x="0" y="72956"/>
                  <a:pt x="2416" y="74485"/>
                </a:cubicBezTo>
                <a:lnTo>
                  <a:pt x="130778" y="153503"/>
                </a:lnTo>
                <a:lnTo>
                  <a:pt x="180072" y="153503"/>
                </a:lnTo>
                <a:lnTo>
                  <a:pt x="241147" y="115990"/>
                </a:lnTo>
                <a:lnTo>
                  <a:pt x="241147" y="76506"/>
                </a:lnTo>
                <a:lnTo>
                  <a:pt x="118553" y="1036"/>
                </a:lnTo>
                <a:cubicBezTo>
                  <a:pt x="117444" y="346"/>
                  <a:pt x="116174" y="1"/>
                  <a:pt x="1149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7754502" y="4289016"/>
            <a:ext cx="1389502" cy="854381"/>
          </a:xfrm>
          <a:custGeom>
            <a:rect b="b" l="l" r="r" t="t"/>
            <a:pathLst>
              <a:path extrusionOk="0" h="37514" w="61077">
                <a:moveTo>
                  <a:pt x="61076" y="0"/>
                </a:moveTo>
                <a:lnTo>
                  <a:pt x="1" y="37513"/>
                </a:lnTo>
                <a:lnTo>
                  <a:pt x="61076" y="37513"/>
                </a:lnTo>
                <a:lnTo>
                  <a:pt x="61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"/>
          <p:cNvSpPr txBox="1"/>
          <p:nvPr>
            <p:ph type="ctrTitle"/>
          </p:nvPr>
        </p:nvSpPr>
        <p:spPr>
          <a:xfrm>
            <a:off x="713225" y="1294950"/>
            <a:ext cx="3218700" cy="25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ANALYTICS</a:t>
            </a:r>
            <a:endParaRPr/>
          </a:p>
        </p:txBody>
      </p:sp>
      <p:sp>
        <p:nvSpPr>
          <p:cNvPr id="237" name="Google Shape;237;p25"/>
          <p:cNvSpPr txBox="1"/>
          <p:nvPr>
            <p:ph idx="1" type="subTitle"/>
          </p:nvPr>
        </p:nvSpPr>
        <p:spPr>
          <a:xfrm>
            <a:off x="713225" y="3682025"/>
            <a:ext cx="26703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UNION OF STREAMS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6743881" y="740491"/>
            <a:ext cx="1944465" cy="2454103"/>
          </a:xfrm>
          <a:custGeom>
            <a:rect b="b" l="l" r="r" t="t"/>
            <a:pathLst>
              <a:path extrusionOk="0" h="98707" w="78939">
                <a:moveTo>
                  <a:pt x="12320" y="0"/>
                </a:moveTo>
                <a:cubicBezTo>
                  <a:pt x="12229" y="0"/>
                  <a:pt x="12138" y="6"/>
                  <a:pt x="12051" y="17"/>
                </a:cubicBezTo>
                <a:lnTo>
                  <a:pt x="12002" y="17"/>
                </a:lnTo>
                <a:lnTo>
                  <a:pt x="10538" y="359"/>
                </a:lnTo>
                <a:lnTo>
                  <a:pt x="10489" y="359"/>
                </a:lnTo>
                <a:cubicBezTo>
                  <a:pt x="9806" y="505"/>
                  <a:pt x="9319" y="1042"/>
                  <a:pt x="9172" y="1676"/>
                </a:cubicBezTo>
                <a:lnTo>
                  <a:pt x="195" y="55977"/>
                </a:lnTo>
                <a:cubicBezTo>
                  <a:pt x="0" y="57294"/>
                  <a:pt x="586" y="58611"/>
                  <a:pt x="1708" y="59294"/>
                </a:cubicBezTo>
                <a:lnTo>
                  <a:pt x="65229" y="98422"/>
                </a:lnTo>
                <a:cubicBezTo>
                  <a:pt x="65557" y="98601"/>
                  <a:pt x="65939" y="98707"/>
                  <a:pt x="66320" y="98707"/>
                </a:cubicBezTo>
                <a:cubicBezTo>
                  <a:pt x="66563" y="98707"/>
                  <a:pt x="66806" y="98663"/>
                  <a:pt x="67034" y="98568"/>
                </a:cubicBezTo>
                <a:lnTo>
                  <a:pt x="68059" y="98324"/>
                </a:lnTo>
                <a:lnTo>
                  <a:pt x="68254" y="98324"/>
                </a:lnTo>
                <a:cubicBezTo>
                  <a:pt x="69035" y="98129"/>
                  <a:pt x="69620" y="97495"/>
                  <a:pt x="69767" y="96714"/>
                </a:cubicBezTo>
                <a:lnTo>
                  <a:pt x="78792" y="42219"/>
                </a:lnTo>
                <a:cubicBezTo>
                  <a:pt x="78939" y="41389"/>
                  <a:pt x="78548" y="40511"/>
                  <a:pt x="77817" y="40023"/>
                </a:cubicBezTo>
                <a:lnTo>
                  <a:pt x="13222" y="261"/>
                </a:lnTo>
                <a:cubicBezTo>
                  <a:pt x="12957" y="72"/>
                  <a:pt x="12633" y="0"/>
                  <a:pt x="12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6743881" y="747775"/>
            <a:ext cx="1908428" cy="2446942"/>
          </a:xfrm>
          <a:custGeom>
            <a:rect b="b" l="l" r="r" t="t"/>
            <a:pathLst>
              <a:path extrusionOk="0" h="98419" w="77476">
                <a:moveTo>
                  <a:pt x="10809" y="1"/>
                </a:moveTo>
                <a:cubicBezTo>
                  <a:pt x="10034" y="1"/>
                  <a:pt x="9313" y="540"/>
                  <a:pt x="9172" y="1383"/>
                </a:cubicBezTo>
                <a:lnTo>
                  <a:pt x="195" y="55684"/>
                </a:lnTo>
                <a:cubicBezTo>
                  <a:pt x="0" y="57001"/>
                  <a:pt x="586" y="58318"/>
                  <a:pt x="1708" y="59001"/>
                </a:cubicBezTo>
                <a:lnTo>
                  <a:pt x="65229" y="98080"/>
                </a:lnTo>
                <a:cubicBezTo>
                  <a:pt x="65571" y="98313"/>
                  <a:pt x="65947" y="98419"/>
                  <a:pt x="66316" y="98419"/>
                </a:cubicBezTo>
                <a:cubicBezTo>
                  <a:pt x="67264" y="98419"/>
                  <a:pt x="68162" y="97719"/>
                  <a:pt x="68303" y="96665"/>
                </a:cubicBezTo>
                <a:lnTo>
                  <a:pt x="77329" y="42169"/>
                </a:lnTo>
                <a:cubicBezTo>
                  <a:pt x="77475" y="41340"/>
                  <a:pt x="77085" y="40462"/>
                  <a:pt x="76353" y="40023"/>
                </a:cubicBezTo>
                <a:lnTo>
                  <a:pt x="11709" y="261"/>
                </a:lnTo>
                <a:cubicBezTo>
                  <a:pt x="11422" y="83"/>
                  <a:pt x="11111" y="1"/>
                  <a:pt x="1080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6781127" y="803044"/>
            <a:ext cx="1832707" cy="2343415"/>
          </a:xfrm>
          <a:custGeom>
            <a:rect b="b" l="l" r="r" t="t"/>
            <a:pathLst>
              <a:path extrusionOk="0" h="94255" w="74402">
                <a:moveTo>
                  <a:pt x="9860" y="1"/>
                </a:moveTo>
                <a:cubicBezTo>
                  <a:pt x="9368" y="1"/>
                  <a:pt x="8901" y="359"/>
                  <a:pt x="8831" y="916"/>
                </a:cubicBezTo>
                <a:lnTo>
                  <a:pt x="147" y="53363"/>
                </a:lnTo>
                <a:cubicBezTo>
                  <a:pt x="0" y="54144"/>
                  <a:pt x="391" y="54924"/>
                  <a:pt x="1074" y="55363"/>
                </a:cubicBezTo>
                <a:lnTo>
                  <a:pt x="64010" y="94101"/>
                </a:lnTo>
                <a:cubicBezTo>
                  <a:pt x="64182" y="94206"/>
                  <a:pt x="64368" y="94255"/>
                  <a:pt x="64550" y="94255"/>
                </a:cubicBezTo>
                <a:cubicBezTo>
                  <a:pt x="65043" y="94255"/>
                  <a:pt x="65513" y="93903"/>
                  <a:pt x="65620" y="93369"/>
                </a:cubicBezTo>
                <a:lnTo>
                  <a:pt x="74255" y="40971"/>
                </a:lnTo>
                <a:cubicBezTo>
                  <a:pt x="74402" y="40142"/>
                  <a:pt x="74012" y="39312"/>
                  <a:pt x="73280" y="38873"/>
                </a:cubicBezTo>
                <a:lnTo>
                  <a:pt x="10441" y="184"/>
                </a:lnTo>
                <a:cubicBezTo>
                  <a:pt x="10259" y="59"/>
                  <a:pt x="10058" y="1"/>
                  <a:pt x="9860" y="1"/>
                </a:cubicBezTo>
                <a:close/>
              </a:path>
            </a:pathLst>
          </a:custGeom>
          <a:solidFill>
            <a:srgbClr val="F495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5525248" y="2344446"/>
            <a:ext cx="2857813" cy="1785699"/>
          </a:xfrm>
          <a:custGeom>
            <a:rect b="b" l="l" r="r" t="t"/>
            <a:pathLst>
              <a:path extrusionOk="0" h="71823" w="116018">
                <a:moveTo>
                  <a:pt x="49306" y="1"/>
                </a:moveTo>
                <a:cubicBezTo>
                  <a:pt x="48764" y="1"/>
                  <a:pt x="48227" y="147"/>
                  <a:pt x="47763" y="440"/>
                </a:cubicBezTo>
                <a:lnTo>
                  <a:pt x="1025" y="29078"/>
                </a:lnTo>
                <a:cubicBezTo>
                  <a:pt x="0" y="29761"/>
                  <a:pt x="0" y="31273"/>
                  <a:pt x="1025" y="31956"/>
                </a:cubicBezTo>
                <a:lnTo>
                  <a:pt x="65132" y="71377"/>
                </a:lnTo>
                <a:cubicBezTo>
                  <a:pt x="65606" y="71676"/>
                  <a:pt x="66155" y="71822"/>
                  <a:pt x="66710" y="71822"/>
                </a:cubicBezTo>
                <a:cubicBezTo>
                  <a:pt x="67241" y="71822"/>
                  <a:pt x="67777" y="71688"/>
                  <a:pt x="68254" y="71426"/>
                </a:cubicBezTo>
                <a:lnTo>
                  <a:pt x="114993" y="42690"/>
                </a:lnTo>
                <a:cubicBezTo>
                  <a:pt x="116018" y="42056"/>
                  <a:pt x="116018" y="40543"/>
                  <a:pt x="114993" y="39909"/>
                </a:cubicBezTo>
                <a:lnTo>
                  <a:pt x="50886" y="440"/>
                </a:lnTo>
                <a:cubicBezTo>
                  <a:pt x="50398" y="147"/>
                  <a:pt x="49849" y="1"/>
                  <a:pt x="4930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530051" y="2198878"/>
            <a:ext cx="2848207" cy="1834082"/>
          </a:xfrm>
          <a:custGeom>
            <a:rect b="b" l="l" r="r" t="t"/>
            <a:pathLst>
              <a:path extrusionOk="0" h="73769" w="115628">
                <a:moveTo>
                  <a:pt x="49111" y="1"/>
                </a:moveTo>
                <a:cubicBezTo>
                  <a:pt x="48569" y="1"/>
                  <a:pt x="48032" y="147"/>
                  <a:pt x="47568" y="440"/>
                </a:cubicBezTo>
                <a:lnTo>
                  <a:pt x="830" y="29127"/>
                </a:lnTo>
                <a:cubicBezTo>
                  <a:pt x="342" y="29420"/>
                  <a:pt x="0" y="30005"/>
                  <a:pt x="49" y="30640"/>
                </a:cubicBezTo>
                <a:lnTo>
                  <a:pt x="49" y="32250"/>
                </a:lnTo>
                <a:lnTo>
                  <a:pt x="49" y="32250"/>
                </a:lnTo>
                <a:cubicBezTo>
                  <a:pt x="0" y="32884"/>
                  <a:pt x="293" y="33518"/>
                  <a:pt x="830" y="33860"/>
                </a:cubicBezTo>
                <a:lnTo>
                  <a:pt x="64937" y="73329"/>
                </a:lnTo>
                <a:cubicBezTo>
                  <a:pt x="65400" y="73622"/>
                  <a:pt x="65937" y="73768"/>
                  <a:pt x="66480" y="73768"/>
                </a:cubicBezTo>
                <a:cubicBezTo>
                  <a:pt x="67023" y="73768"/>
                  <a:pt x="67571" y="73622"/>
                  <a:pt x="68059" y="73329"/>
                </a:cubicBezTo>
                <a:lnTo>
                  <a:pt x="114798" y="44642"/>
                </a:lnTo>
                <a:cubicBezTo>
                  <a:pt x="115335" y="44300"/>
                  <a:pt x="115627" y="43764"/>
                  <a:pt x="115579" y="43129"/>
                </a:cubicBezTo>
                <a:lnTo>
                  <a:pt x="115579" y="43129"/>
                </a:lnTo>
                <a:lnTo>
                  <a:pt x="115579" y="41324"/>
                </a:lnTo>
                <a:cubicBezTo>
                  <a:pt x="115579" y="40739"/>
                  <a:pt x="115286" y="40202"/>
                  <a:pt x="114798" y="39909"/>
                </a:cubicBezTo>
                <a:lnTo>
                  <a:pt x="50691" y="440"/>
                </a:lnTo>
                <a:cubicBezTo>
                  <a:pt x="50203" y="147"/>
                  <a:pt x="49654" y="1"/>
                  <a:pt x="491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5525248" y="2199201"/>
            <a:ext cx="2857813" cy="1786445"/>
          </a:xfrm>
          <a:custGeom>
            <a:rect b="b" l="l" r="r" t="t"/>
            <a:pathLst>
              <a:path extrusionOk="0" h="71853" w="116018">
                <a:moveTo>
                  <a:pt x="49306" y="0"/>
                </a:moveTo>
                <a:cubicBezTo>
                  <a:pt x="48764" y="0"/>
                  <a:pt x="48227" y="159"/>
                  <a:pt x="47763" y="476"/>
                </a:cubicBezTo>
                <a:lnTo>
                  <a:pt x="1025" y="29114"/>
                </a:lnTo>
                <a:cubicBezTo>
                  <a:pt x="0" y="29748"/>
                  <a:pt x="0" y="31310"/>
                  <a:pt x="1025" y="31944"/>
                </a:cubicBezTo>
                <a:lnTo>
                  <a:pt x="65132" y="71413"/>
                </a:lnTo>
                <a:cubicBezTo>
                  <a:pt x="65595" y="71706"/>
                  <a:pt x="66132" y="71852"/>
                  <a:pt x="66675" y="71852"/>
                </a:cubicBezTo>
                <a:cubicBezTo>
                  <a:pt x="67218" y="71852"/>
                  <a:pt x="67766" y="71706"/>
                  <a:pt x="68254" y="71413"/>
                </a:cubicBezTo>
                <a:lnTo>
                  <a:pt x="114993" y="42726"/>
                </a:lnTo>
                <a:cubicBezTo>
                  <a:pt x="116018" y="42092"/>
                  <a:pt x="116018" y="40579"/>
                  <a:pt x="114993" y="39945"/>
                </a:cubicBezTo>
                <a:lnTo>
                  <a:pt x="50886" y="476"/>
                </a:lnTo>
                <a:cubicBezTo>
                  <a:pt x="50398" y="159"/>
                  <a:pt x="49849" y="0"/>
                  <a:pt x="49306" y="0"/>
                </a:cubicBez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6132163" y="2332313"/>
            <a:ext cx="2017771" cy="1282159"/>
          </a:xfrm>
          <a:custGeom>
            <a:rect b="b" l="l" r="r" t="t"/>
            <a:pathLst>
              <a:path extrusionOk="0" h="51570" w="81915">
                <a:moveTo>
                  <a:pt x="81866" y="35079"/>
                </a:moveTo>
                <a:cubicBezTo>
                  <a:pt x="81817" y="35518"/>
                  <a:pt x="81524" y="35908"/>
                  <a:pt x="81183" y="36152"/>
                </a:cubicBezTo>
                <a:lnTo>
                  <a:pt x="57375" y="51033"/>
                </a:lnTo>
                <a:cubicBezTo>
                  <a:pt x="56496" y="51569"/>
                  <a:pt x="55423" y="51569"/>
                  <a:pt x="54545" y="51033"/>
                </a:cubicBezTo>
                <a:lnTo>
                  <a:pt x="781" y="17906"/>
                </a:lnTo>
                <a:cubicBezTo>
                  <a:pt x="390" y="17662"/>
                  <a:pt x="146" y="17271"/>
                  <a:pt x="98" y="16832"/>
                </a:cubicBezTo>
                <a:lnTo>
                  <a:pt x="98" y="16832"/>
                </a:lnTo>
                <a:cubicBezTo>
                  <a:pt x="0" y="16247"/>
                  <a:pt x="293" y="15710"/>
                  <a:pt x="781" y="15418"/>
                </a:cubicBezTo>
                <a:lnTo>
                  <a:pt x="24540" y="537"/>
                </a:lnTo>
                <a:cubicBezTo>
                  <a:pt x="25419" y="1"/>
                  <a:pt x="26492" y="1"/>
                  <a:pt x="27370" y="537"/>
                </a:cubicBezTo>
                <a:lnTo>
                  <a:pt x="81183" y="33664"/>
                </a:lnTo>
                <a:cubicBezTo>
                  <a:pt x="81671" y="33957"/>
                  <a:pt x="81915" y="34494"/>
                  <a:pt x="81866" y="350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6134552" y="2344147"/>
            <a:ext cx="2014175" cy="1266993"/>
          </a:xfrm>
          <a:custGeom>
            <a:rect b="b" l="l" r="r" t="t"/>
            <a:pathLst>
              <a:path extrusionOk="0" h="50960" w="81769">
                <a:moveTo>
                  <a:pt x="25858" y="0"/>
                </a:moveTo>
                <a:cubicBezTo>
                  <a:pt x="25370" y="0"/>
                  <a:pt x="24882" y="134"/>
                  <a:pt x="24443" y="403"/>
                </a:cubicBezTo>
                <a:lnTo>
                  <a:pt x="684" y="15283"/>
                </a:lnTo>
                <a:cubicBezTo>
                  <a:pt x="293" y="15478"/>
                  <a:pt x="49" y="15917"/>
                  <a:pt x="1" y="16356"/>
                </a:cubicBezTo>
                <a:cubicBezTo>
                  <a:pt x="49" y="16795"/>
                  <a:pt x="293" y="17186"/>
                  <a:pt x="684" y="17430"/>
                </a:cubicBezTo>
                <a:lnTo>
                  <a:pt x="54448" y="50557"/>
                </a:lnTo>
                <a:cubicBezTo>
                  <a:pt x="54887" y="50825"/>
                  <a:pt x="55375" y="50959"/>
                  <a:pt x="55863" y="50959"/>
                </a:cubicBezTo>
                <a:cubicBezTo>
                  <a:pt x="56351" y="50959"/>
                  <a:pt x="56838" y="50825"/>
                  <a:pt x="57278" y="50557"/>
                </a:cubicBezTo>
                <a:lnTo>
                  <a:pt x="81086" y="35676"/>
                </a:lnTo>
                <a:cubicBezTo>
                  <a:pt x="81427" y="35432"/>
                  <a:pt x="81720" y="35042"/>
                  <a:pt x="81769" y="34603"/>
                </a:cubicBezTo>
                <a:cubicBezTo>
                  <a:pt x="81671" y="34164"/>
                  <a:pt x="81427" y="33774"/>
                  <a:pt x="81086" y="33530"/>
                </a:cubicBezTo>
                <a:lnTo>
                  <a:pt x="27273" y="403"/>
                </a:lnTo>
                <a:cubicBezTo>
                  <a:pt x="26834" y="134"/>
                  <a:pt x="26346" y="0"/>
                  <a:pt x="25858" y="0"/>
                </a:cubicBezTo>
                <a:close/>
              </a:path>
            </a:pathLst>
          </a:custGeom>
          <a:solidFill>
            <a:srgbClr val="009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6094892" y="3024922"/>
            <a:ext cx="968648" cy="613781"/>
          </a:xfrm>
          <a:custGeom>
            <a:rect b="b" l="l" r="r" t="t"/>
            <a:pathLst>
              <a:path extrusionOk="0" h="24687" w="39324">
                <a:moveTo>
                  <a:pt x="22785" y="24443"/>
                </a:moveTo>
                <a:lnTo>
                  <a:pt x="342" y="10636"/>
                </a:lnTo>
                <a:cubicBezTo>
                  <a:pt x="1" y="10392"/>
                  <a:pt x="1" y="9904"/>
                  <a:pt x="342" y="9660"/>
                </a:cubicBezTo>
                <a:lnTo>
                  <a:pt x="15466" y="196"/>
                </a:lnTo>
                <a:cubicBezTo>
                  <a:pt x="15808" y="0"/>
                  <a:pt x="16247" y="0"/>
                  <a:pt x="16589" y="196"/>
                </a:cubicBezTo>
                <a:lnTo>
                  <a:pt x="38982" y="14003"/>
                </a:lnTo>
                <a:cubicBezTo>
                  <a:pt x="39324" y="14246"/>
                  <a:pt x="39324" y="14734"/>
                  <a:pt x="38982" y="14978"/>
                </a:cubicBezTo>
                <a:lnTo>
                  <a:pt x="23858" y="24443"/>
                </a:lnTo>
                <a:cubicBezTo>
                  <a:pt x="23516" y="24687"/>
                  <a:pt x="23126" y="24687"/>
                  <a:pt x="22785" y="24443"/>
                </a:cubicBezTo>
                <a:close/>
              </a:path>
            </a:pathLst>
          </a:custGeom>
          <a:solidFill>
            <a:srgbClr val="D9D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6097307" y="3032505"/>
            <a:ext cx="965027" cy="604706"/>
          </a:xfrm>
          <a:custGeom>
            <a:rect b="b" l="l" r="r" t="t"/>
            <a:pathLst>
              <a:path extrusionOk="0" h="24322" w="39177">
                <a:moveTo>
                  <a:pt x="15929" y="0"/>
                </a:moveTo>
                <a:cubicBezTo>
                  <a:pt x="15734" y="0"/>
                  <a:pt x="15539" y="61"/>
                  <a:pt x="15368" y="183"/>
                </a:cubicBezTo>
                <a:lnTo>
                  <a:pt x="244" y="9648"/>
                </a:lnTo>
                <a:cubicBezTo>
                  <a:pt x="147" y="9697"/>
                  <a:pt x="49" y="9843"/>
                  <a:pt x="0" y="9990"/>
                </a:cubicBezTo>
                <a:cubicBezTo>
                  <a:pt x="49" y="10136"/>
                  <a:pt x="147" y="10282"/>
                  <a:pt x="244" y="10331"/>
                </a:cubicBezTo>
                <a:lnTo>
                  <a:pt x="22687" y="24138"/>
                </a:lnTo>
                <a:cubicBezTo>
                  <a:pt x="22857" y="24260"/>
                  <a:pt x="23040" y="24321"/>
                  <a:pt x="23223" y="24321"/>
                </a:cubicBezTo>
                <a:cubicBezTo>
                  <a:pt x="23406" y="24321"/>
                  <a:pt x="23589" y="24260"/>
                  <a:pt x="23760" y="24138"/>
                </a:cubicBezTo>
                <a:lnTo>
                  <a:pt x="38884" y="14673"/>
                </a:lnTo>
                <a:cubicBezTo>
                  <a:pt x="39030" y="14576"/>
                  <a:pt x="39128" y="14478"/>
                  <a:pt x="39177" y="14332"/>
                </a:cubicBezTo>
                <a:lnTo>
                  <a:pt x="39177" y="14283"/>
                </a:lnTo>
                <a:cubicBezTo>
                  <a:pt x="39128" y="14137"/>
                  <a:pt x="39030" y="14039"/>
                  <a:pt x="38884" y="13990"/>
                </a:cubicBezTo>
                <a:lnTo>
                  <a:pt x="16491" y="183"/>
                </a:lnTo>
                <a:cubicBezTo>
                  <a:pt x="16320" y="61"/>
                  <a:pt x="16125" y="0"/>
                  <a:pt x="159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7106803" y="2720460"/>
            <a:ext cx="165875" cy="114044"/>
          </a:xfrm>
          <a:custGeom>
            <a:rect b="b" l="l" r="r" t="t"/>
            <a:pathLst>
              <a:path extrusionOk="0" h="4587" w="6734">
                <a:moveTo>
                  <a:pt x="6636" y="1903"/>
                </a:moveTo>
                <a:lnTo>
                  <a:pt x="3611" y="49"/>
                </a:lnTo>
                <a:cubicBezTo>
                  <a:pt x="3514" y="1"/>
                  <a:pt x="3367" y="1"/>
                  <a:pt x="3270" y="49"/>
                </a:cubicBezTo>
                <a:lnTo>
                  <a:pt x="99" y="2001"/>
                </a:lnTo>
                <a:cubicBezTo>
                  <a:pt x="50" y="2050"/>
                  <a:pt x="1" y="2099"/>
                  <a:pt x="1" y="2196"/>
                </a:cubicBezTo>
                <a:lnTo>
                  <a:pt x="1" y="2196"/>
                </a:lnTo>
                <a:lnTo>
                  <a:pt x="1" y="2538"/>
                </a:lnTo>
                <a:lnTo>
                  <a:pt x="1" y="2538"/>
                </a:lnTo>
                <a:cubicBezTo>
                  <a:pt x="1" y="2586"/>
                  <a:pt x="50" y="2684"/>
                  <a:pt x="99" y="2684"/>
                </a:cubicBezTo>
                <a:lnTo>
                  <a:pt x="3172" y="4538"/>
                </a:lnTo>
                <a:cubicBezTo>
                  <a:pt x="3270" y="4587"/>
                  <a:pt x="3367" y="4587"/>
                  <a:pt x="3465" y="4538"/>
                </a:cubicBezTo>
                <a:lnTo>
                  <a:pt x="6636" y="2538"/>
                </a:lnTo>
                <a:cubicBezTo>
                  <a:pt x="6685" y="2538"/>
                  <a:pt x="6734" y="2440"/>
                  <a:pt x="6734" y="2391"/>
                </a:cubicBezTo>
                <a:lnTo>
                  <a:pt x="6734" y="2391"/>
                </a:lnTo>
                <a:lnTo>
                  <a:pt x="6734" y="2001"/>
                </a:lnTo>
                <a:lnTo>
                  <a:pt x="6734" y="2001"/>
                </a:lnTo>
                <a:cubicBezTo>
                  <a:pt x="6734" y="1952"/>
                  <a:pt x="6685" y="1903"/>
                  <a:pt x="6636" y="190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7205361" y="2779906"/>
            <a:ext cx="164668" cy="116456"/>
          </a:xfrm>
          <a:custGeom>
            <a:rect b="b" l="l" r="r" t="t"/>
            <a:pathLst>
              <a:path extrusionOk="0" h="4684" w="6685">
                <a:moveTo>
                  <a:pt x="6636" y="1952"/>
                </a:moveTo>
                <a:lnTo>
                  <a:pt x="3562" y="98"/>
                </a:lnTo>
                <a:cubicBezTo>
                  <a:pt x="3465" y="0"/>
                  <a:pt x="3318" y="0"/>
                  <a:pt x="3221" y="98"/>
                </a:cubicBezTo>
                <a:lnTo>
                  <a:pt x="49" y="2049"/>
                </a:lnTo>
                <a:cubicBezTo>
                  <a:pt x="1" y="2098"/>
                  <a:pt x="1" y="2147"/>
                  <a:pt x="1" y="2245"/>
                </a:cubicBezTo>
                <a:lnTo>
                  <a:pt x="1" y="2245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1" y="2732"/>
                  <a:pt x="49" y="2732"/>
                </a:cubicBezTo>
                <a:lnTo>
                  <a:pt x="3123" y="4586"/>
                </a:lnTo>
                <a:cubicBezTo>
                  <a:pt x="3221" y="4684"/>
                  <a:pt x="3367" y="4684"/>
                  <a:pt x="3465" y="4586"/>
                </a:cubicBezTo>
                <a:lnTo>
                  <a:pt x="6636" y="2635"/>
                </a:lnTo>
                <a:cubicBezTo>
                  <a:pt x="6685" y="2586"/>
                  <a:pt x="6685" y="2537"/>
                  <a:pt x="6685" y="2488"/>
                </a:cubicBezTo>
                <a:lnTo>
                  <a:pt x="6685" y="2488"/>
                </a:lnTo>
                <a:lnTo>
                  <a:pt x="6685" y="2098"/>
                </a:lnTo>
                <a:lnTo>
                  <a:pt x="6685" y="2098"/>
                </a:lnTo>
                <a:cubicBezTo>
                  <a:pt x="6685" y="2001"/>
                  <a:pt x="6636" y="1952"/>
                  <a:pt x="6636" y="19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7302712" y="2840544"/>
            <a:ext cx="164668" cy="116481"/>
          </a:xfrm>
          <a:custGeom>
            <a:rect b="b" l="l" r="r" t="t"/>
            <a:pathLst>
              <a:path extrusionOk="0" h="4685" w="6685">
                <a:moveTo>
                  <a:pt x="6636" y="1952"/>
                </a:moveTo>
                <a:lnTo>
                  <a:pt x="3562" y="98"/>
                </a:lnTo>
                <a:cubicBezTo>
                  <a:pt x="3464" y="1"/>
                  <a:pt x="3367" y="1"/>
                  <a:pt x="3269" y="98"/>
                </a:cubicBezTo>
                <a:lnTo>
                  <a:pt x="98" y="2050"/>
                </a:lnTo>
                <a:cubicBezTo>
                  <a:pt x="0" y="2099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733"/>
                  <a:pt x="98" y="2733"/>
                </a:cubicBezTo>
                <a:lnTo>
                  <a:pt x="3123" y="4587"/>
                </a:lnTo>
                <a:cubicBezTo>
                  <a:pt x="3220" y="4684"/>
                  <a:pt x="3318" y="4684"/>
                  <a:pt x="3416" y="4587"/>
                </a:cubicBezTo>
                <a:lnTo>
                  <a:pt x="6587" y="2635"/>
                </a:lnTo>
                <a:cubicBezTo>
                  <a:pt x="6636" y="2586"/>
                  <a:pt x="6684" y="2538"/>
                  <a:pt x="6684" y="2489"/>
                </a:cubicBezTo>
                <a:lnTo>
                  <a:pt x="6684" y="2489"/>
                </a:lnTo>
                <a:lnTo>
                  <a:pt x="6684" y="2099"/>
                </a:lnTo>
                <a:lnTo>
                  <a:pt x="6684" y="2099"/>
                </a:lnTo>
                <a:cubicBezTo>
                  <a:pt x="6684" y="2050"/>
                  <a:pt x="6684" y="1952"/>
                  <a:pt x="6636" y="19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7400063" y="2901208"/>
            <a:ext cx="165851" cy="116456"/>
          </a:xfrm>
          <a:custGeom>
            <a:rect b="b" l="l" r="r" t="t"/>
            <a:pathLst>
              <a:path extrusionOk="0" h="4684" w="6733">
                <a:moveTo>
                  <a:pt x="6635" y="1952"/>
                </a:moveTo>
                <a:lnTo>
                  <a:pt x="3562" y="98"/>
                </a:lnTo>
                <a:cubicBezTo>
                  <a:pt x="3464" y="0"/>
                  <a:pt x="3367" y="0"/>
                  <a:pt x="3269" y="98"/>
                </a:cubicBezTo>
                <a:lnTo>
                  <a:pt x="98" y="2049"/>
                </a:lnTo>
                <a:cubicBezTo>
                  <a:pt x="49" y="2098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732"/>
                  <a:pt x="98" y="2732"/>
                </a:cubicBezTo>
                <a:lnTo>
                  <a:pt x="3123" y="4586"/>
                </a:lnTo>
                <a:cubicBezTo>
                  <a:pt x="3220" y="4684"/>
                  <a:pt x="3367" y="4684"/>
                  <a:pt x="3464" y="4586"/>
                </a:cubicBezTo>
                <a:lnTo>
                  <a:pt x="6635" y="2635"/>
                </a:lnTo>
                <a:cubicBezTo>
                  <a:pt x="6684" y="2586"/>
                  <a:pt x="6733" y="2537"/>
                  <a:pt x="6733" y="2488"/>
                </a:cubicBezTo>
                <a:lnTo>
                  <a:pt x="6733" y="2488"/>
                </a:lnTo>
                <a:lnTo>
                  <a:pt x="6733" y="2098"/>
                </a:lnTo>
                <a:lnTo>
                  <a:pt x="6733" y="2098"/>
                </a:lnTo>
                <a:cubicBezTo>
                  <a:pt x="6733" y="2000"/>
                  <a:pt x="6684" y="1952"/>
                  <a:pt x="6635" y="19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7788234" y="3143788"/>
            <a:ext cx="211544" cy="144377"/>
          </a:xfrm>
          <a:custGeom>
            <a:rect b="b" l="l" r="r" t="t"/>
            <a:pathLst>
              <a:path extrusionOk="0" h="5807" w="8588">
                <a:moveTo>
                  <a:pt x="8587" y="3221"/>
                </a:moveTo>
                <a:lnTo>
                  <a:pt x="8587" y="3221"/>
                </a:lnTo>
                <a:cubicBezTo>
                  <a:pt x="8587" y="3172"/>
                  <a:pt x="8539" y="3074"/>
                  <a:pt x="8490" y="3074"/>
                </a:cubicBezTo>
                <a:lnTo>
                  <a:pt x="7075" y="2196"/>
                </a:lnTo>
                <a:lnTo>
                  <a:pt x="7075" y="2196"/>
                </a:lnTo>
                <a:lnTo>
                  <a:pt x="3611" y="49"/>
                </a:lnTo>
                <a:cubicBezTo>
                  <a:pt x="3513" y="1"/>
                  <a:pt x="3367" y="1"/>
                  <a:pt x="3269" y="49"/>
                </a:cubicBezTo>
                <a:lnTo>
                  <a:pt x="98" y="2050"/>
                </a:lnTo>
                <a:cubicBezTo>
                  <a:pt x="49" y="2098"/>
                  <a:pt x="1" y="2147"/>
                  <a:pt x="49" y="2196"/>
                </a:cubicBezTo>
                <a:lnTo>
                  <a:pt x="49" y="2196"/>
                </a:lnTo>
                <a:lnTo>
                  <a:pt x="49" y="2586"/>
                </a:lnTo>
                <a:lnTo>
                  <a:pt x="49" y="2586"/>
                </a:lnTo>
                <a:cubicBezTo>
                  <a:pt x="49" y="2635"/>
                  <a:pt x="49" y="2733"/>
                  <a:pt x="98" y="2733"/>
                </a:cubicBezTo>
                <a:lnTo>
                  <a:pt x="1952" y="3904"/>
                </a:lnTo>
                <a:lnTo>
                  <a:pt x="4977" y="5758"/>
                </a:lnTo>
                <a:cubicBezTo>
                  <a:pt x="5075" y="5806"/>
                  <a:pt x="5221" y="5806"/>
                  <a:pt x="5319" y="5758"/>
                </a:cubicBezTo>
                <a:lnTo>
                  <a:pt x="8490" y="3757"/>
                </a:lnTo>
                <a:cubicBezTo>
                  <a:pt x="8539" y="3708"/>
                  <a:pt x="8587" y="3660"/>
                  <a:pt x="8587" y="3611"/>
                </a:cubicBezTo>
                <a:lnTo>
                  <a:pt x="8587" y="36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046723" y="2812649"/>
            <a:ext cx="165875" cy="116481"/>
          </a:xfrm>
          <a:custGeom>
            <a:rect b="b" l="l" r="r" t="t"/>
            <a:pathLst>
              <a:path extrusionOk="0" h="4685" w="6734">
                <a:moveTo>
                  <a:pt x="6636" y="1952"/>
                </a:moveTo>
                <a:lnTo>
                  <a:pt x="3611" y="98"/>
                </a:lnTo>
                <a:cubicBezTo>
                  <a:pt x="3513" y="1"/>
                  <a:pt x="3367" y="1"/>
                  <a:pt x="3269" y="98"/>
                </a:cubicBezTo>
                <a:lnTo>
                  <a:pt x="98" y="2050"/>
                </a:lnTo>
                <a:cubicBezTo>
                  <a:pt x="49" y="2098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49" y="2733"/>
                  <a:pt x="98" y="2733"/>
                </a:cubicBezTo>
                <a:lnTo>
                  <a:pt x="3123" y="4587"/>
                </a:lnTo>
                <a:cubicBezTo>
                  <a:pt x="3221" y="4684"/>
                  <a:pt x="3367" y="4684"/>
                  <a:pt x="3465" y="4587"/>
                </a:cubicBezTo>
                <a:lnTo>
                  <a:pt x="6636" y="2635"/>
                </a:lnTo>
                <a:cubicBezTo>
                  <a:pt x="6685" y="2586"/>
                  <a:pt x="6733" y="2538"/>
                  <a:pt x="6733" y="2489"/>
                </a:cubicBezTo>
                <a:lnTo>
                  <a:pt x="6733" y="2489"/>
                </a:lnTo>
                <a:lnTo>
                  <a:pt x="6733" y="2098"/>
                </a:lnTo>
                <a:lnTo>
                  <a:pt x="6733" y="2098"/>
                </a:lnTo>
                <a:cubicBezTo>
                  <a:pt x="6733" y="2001"/>
                  <a:pt x="6685" y="1952"/>
                  <a:pt x="6636" y="19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7144074" y="2873288"/>
            <a:ext cx="165875" cy="115263"/>
          </a:xfrm>
          <a:custGeom>
            <a:rect b="b" l="l" r="r" t="t"/>
            <a:pathLst>
              <a:path extrusionOk="0" h="4636" w="6734">
                <a:moveTo>
                  <a:pt x="6636" y="1952"/>
                </a:moveTo>
                <a:lnTo>
                  <a:pt x="3611" y="50"/>
                </a:lnTo>
                <a:cubicBezTo>
                  <a:pt x="3513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99"/>
                  <a:pt x="0" y="2148"/>
                  <a:pt x="0" y="2196"/>
                </a:cubicBezTo>
                <a:lnTo>
                  <a:pt x="0" y="2196"/>
                </a:lnTo>
                <a:lnTo>
                  <a:pt x="0" y="2587"/>
                </a:lnTo>
                <a:lnTo>
                  <a:pt x="0" y="2587"/>
                </a:lnTo>
                <a:cubicBezTo>
                  <a:pt x="0" y="2635"/>
                  <a:pt x="49" y="2684"/>
                  <a:pt x="98" y="2733"/>
                </a:cubicBezTo>
                <a:lnTo>
                  <a:pt x="3172" y="4587"/>
                </a:lnTo>
                <a:cubicBezTo>
                  <a:pt x="3269" y="4636"/>
                  <a:pt x="3367" y="4636"/>
                  <a:pt x="3464" y="4587"/>
                </a:cubicBezTo>
                <a:lnTo>
                  <a:pt x="6636" y="2587"/>
                </a:lnTo>
                <a:cubicBezTo>
                  <a:pt x="6684" y="2587"/>
                  <a:pt x="6684" y="2538"/>
                  <a:pt x="6733" y="2489"/>
                </a:cubicBezTo>
                <a:lnTo>
                  <a:pt x="6733" y="2489"/>
                </a:lnTo>
                <a:lnTo>
                  <a:pt x="6733" y="2099"/>
                </a:lnTo>
                <a:lnTo>
                  <a:pt x="6733" y="2099"/>
                </a:lnTo>
                <a:cubicBezTo>
                  <a:pt x="6733" y="2050"/>
                  <a:pt x="6684" y="1952"/>
                  <a:pt x="6636" y="19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7241424" y="2933951"/>
            <a:ext cx="165851" cy="115263"/>
          </a:xfrm>
          <a:custGeom>
            <a:rect b="b" l="l" r="r" t="t"/>
            <a:pathLst>
              <a:path extrusionOk="0" h="4636" w="6733">
                <a:moveTo>
                  <a:pt x="6635" y="1903"/>
                </a:moveTo>
                <a:lnTo>
                  <a:pt x="3611" y="49"/>
                </a:lnTo>
                <a:cubicBezTo>
                  <a:pt x="3513" y="0"/>
                  <a:pt x="3367" y="0"/>
                  <a:pt x="3269" y="49"/>
                </a:cubicBezTo>
                <a:lnTo>
                  <a:pt x="98" y="2049"/>
                </a:lnTo>
                <a:cubicBezTo>
                  <a:pt x="49" y="2098"/>
                  <a:pt x="0" y="2147"/>
                  <a:pt x="49" y="2196"/>
                </a:cubicBezTo>
                <a:lnTo>
                  <a:pt x="49" y="2196"/>
                </a:lnTo>
                <a:lnTo>
                  <a:pt x="49" y="2586"/>
                </a:lnTo>
                <a:lnTo>
                  <a:pt x="49" y="2586"/>
                </a:lnTo>
                <a:cubicBezTo>
                  <a:pt x="0" y="2635"/>
                  <a:pt x="49" y="2684"/>
                  <a:pt x="98" y="2732"/>
                </a:cubicBezTo>
                <a:lnTo>
                  <a:pt x="3171" y="4586"/>
                </a:lnTo>
                <a:cubicBezTo>
                  <a:pt x="3269" y="4635"/>
                  <a:pt x="3367" y="4635"/>
                  <a:pt x="3513" y="4586"/>
                </a:cubicBezTo>
                <a:lnTo>
                  <a:pt x="6635" y="2635"/>
                </a:lnTo>
                <a:cubicBezTo>
                  <a:pt x="6684" y="2586"/>
                  <a:pt x="6733" y="2537"/>
                  <a:pt x="6733" y="2489"/>
                </a:cubicBezTo>
                <a:lnTo>
                  <a:pt x="6733" y="2489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1"/>
                  <a:pt x="6684" y="1952"/>
                  <a:pt x="6635" y="190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7729360" y="3235976"/>
            <a:ext cx="165851" cy="115274"/>
          </a:xfrm>
          <a:custGeom>
            <a:rect b="b" l="l" r="r" t="t"/>
            <a:pathLst>
              <a:path extrusionOk="0" h="4636" w="6733">
                <a:moveTo>
                  <a:pt x="6635" y="1952"/>
                </a:moveTo>
                <a:lnTo>
                  <a:pt x="3610" y="98"/>
                </a:lnTo>
                <a:cubicBezTo>
                  <a:pt x="3513" y="0"/>
                  <a:pt x="3366" y="0"/>
                  <a:pt x="3269" y="98"/>
                </a:cubicBezTo>
                <a:lnTo>
                  <a:pt x="98" y="2050"/>
                </a:lnTo>
                <a:cubicBezTo>
                  <a:pt x="49" y="2098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84"/>
                  <a:pt x="49" y="2733"/>
                  <a:pt x="98" y="2733"/>
                </a:cubicBezTo>
                <a:lnTo>
                  <a:pt x="3171" y="4587"/>
                </a:lnTo>
                <a:cubicBezTo>
                  <a:pt x="3269" y="4635"/>
                  <a:pt x="3366" y="4635"/>
                  <a:pt x="3464" y="4587"/>
                </a:cubicBezTo>
                <a:lnTo>
                  <a:pt x="6635" y="2586"/>
                </a:lnTo>
                <a:cubicBezTo>
                  <a:pt x="6684" y="2586"/>
                  <a:pt x="6733" y="2537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5" y="19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6866456" y="2470596"/>
            <a:ext cx="121389" cy="88560"/>
          </a:xfrm>
          <a:custGeom>
            <a:rect b="b" l="l" r="r" t="t"/>
            <a:pathLst>
              <a:path extrusionOk="0" h="3562" w="4928">
                <a:moveTo>
                  <a:pt x="0" y="1123"/>
                </a:moveTo>
                <a:lnTo>
                  <a:pt x="0" y="1123"/>
                </a:lnTo>
                <a:lnTo>
                  <a:pt x="0" y="1513"/>
                </a:lnTo>
                <a:lnTo>
                  <a:pt x="0" y="1513"/>
                </a:lnTo>
                <a:cubicBezTo>
                  <a:pt x="0" y="1562"/>
                  <a:pt x="0" y="1610"/>
                  <a:pt x="49" y="1659"/>
                </a:cubicBezTo>
                <a:lnTo>
                  <a:pt x="3123" y="3464"/>
                </a:lnTo>
                <a:cubicBezTo>
                  <a:pt x="3220" y="3562"/>
                  <a:pt x="3318" y="3562"/>
                  <a:pt x="3464" y="3464"/>
                </a:cubicBezTo>
                <a:lnTo>
                  <a:pt x="4830" y="2586"/>
                </a:lnTo>
                <a:cubicBezTo>
                  <a:pt x="4879" y="2586"/>
                  <a:pt x="4928" y="2489"/>
                  <a:pt x="4928" y="2440"/>
                </a:cubicBezTo>
                <a:lnTo>
                  <a:pt x="4928" y="2440"/>
                </a:lnTo>
                <a:lnTo>
                  <a:pt x="4928" y="2050"/>
                </a:lnTo>
                <a:lnTo>
                  <a:pt x="4928" y="2050"/>
                </a:lnTo>
                <a:cubicBezTo>
                  <a:pt x="4928" y="2001"/>
                  <a:pt x="4879" y="1952"/>
                  <a:pt x="4830" y="1903"/>
                </a:cubicBezTo>
                <a:lnTo>
                  <a:pt x="1806" y="98"/>
                </a:lnTo>
                <a:cubicBezTo>
                  <a:pt x="1708" y="0"/>
                  <a:pt x="1562" y="0"/>
                  <a:pt x="1464" y="98"/>
                </a:cubicBezTo>
                <a:lnTo>
                  <a:pt x="49" y="927"/>
                </a:lnTo>
                <a:cubicBezTo>
                  <a:pt x="0" y="976"/>
                  <a:pt x="0" y="1025"/>
                  <a:pt x="0" y="11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6963807" y="2531235"/>
            <a:ext cx="121389" cy="88585"/>
          </a:xfrm>
          <a:custGeom>
            <a:rect b="b" l="l" r="r" t="t"/>
            <a:pathLst>
              <a:path extrusionOk="0" h="3563" w="4928">
                <a:moveTo>
                  <a:pt x="0" y="1123"/>
                </a:moveTo>
                <a:lnTo>
                  <a:pt x="0" y="1123"/>
                </a:lnTo>
                <a:lnTo>
                  <a:pt x="0" y="1464"/>
                </a:lnTo>
                <a:lnTo>
                  <a:pt x="0" y="1464"/>
                </a:lnTo>
                <a:cubicBezTo>
                  <a:pt x="0" y="1562"/>
                  <a:pt x="49" y="1611"/>
                  <a:pt x="98" y="1660"/>
                </a:cubicBezTo>
                <a:lnTo>
                  <a:pt x="3123" y="3514"/>
                </a:lnTo>
                <a:cubicBezTo>
                  <a:pt x="3220" y="3562"/>
                  <a:pt x="3367" y="3562"/>
                  <a:pt x="3464" y="3514"/>
                </a:cubicBezTo>
                <a:lnTo>
                  <a:pt x="4879" y="2635"/>
                </a:lnTo>
                <a:cubicBezTo>
                  <a:pt x="4928" y="2587"/>
                  <a:pt x="4928" y="2538"/>
                  <a:pt x="4928" y="2489"/>
                </a:cubicBezTo>
                <a:lnTo>
                  <a:pt x="4928" y="2489"/>
                </a:lnTo>
                <a:lnTo>
                  <a:pt x="4928" y="2099"/>
                </a:lnTo>
                <a:lnTo>
                  <a:pt x="4928" y="2099"/>
                </a:lnTo>
                <a:cubicBezTo>
                  <a:pt x="4928" y="2001"/>
                  <a:pt x="4928" y="1952"/>
                  <a:pt x="4879" y="1952"/>
                </a:cubicBezTo>
                <a:lnTo>
                  <a:pt x="1805" y="50"/>
                </a:lnTo>
                <a:cubicBezTo>
                  <a:pt x="1708" y="1"/>
                  <a:pt x="1561" y="1"/>
                  <a:pt x="1464" y="50"/>
                </a:cubicBezTo>
                <a:lnTo>
                  <a:pt x="98" y="928"/>
                </a:lnTo>
                <a:cubicBezTo>
                  <a:pt x="49" y="977"/>
                  <a:pt x="0" y="1025"/>
                  <a:pt x="0" y="11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7061158" y="2591898"/>
            <a:ext cx="121389" cy="88560"/>
          </a:xfrm>
          <a:custGeom>
            <a:rect b="b" l="l" r="r" t="t"/>
            <a:pathLst>
              <a:path extrusionOk="0" h="3562" w="4928">
                <a:moveTo>
                  <a:pt x="0" y="1074"/>
                </a:moveTo>
                <a:lnTo>
                  <a:pt x="0" y="1074"/>
                </a:lnTo>
                <a:lnTo>
                  <a:pt x="0" y="1464"/>
                </a:lnTo>
                <a:lnTo>
                  <a:pt x="0" y="1464"/>
                </a:lnTo>
                <a:cubicBezTo>
                  <a:pt x="0" y="1561"/>
                  <a:pt x="49" y="1610"/>
                  <a:pt x="98" y="1610"/>
                </a:cubicBezTo>
                <a:lnTo>
                  <a:pt x="3122" y="3513"/>
                </a:lnTo>
                <a:cubicBezTo>
                  <a:pt x="3220" y="3562"/>
                  <a:pt x="3318" y="3562"/>
                  <a:pt x="3415" y="3513"/>
                </a:cubicBezTo>
                <a:lnTo>
                  <a:pt x="4830" y="2635"/>
                </a:lnTo>
                <a:cubicBezTo>
                  <a:pt x="4879" y="2586"/>
                  <a:pt x="4928" y="2537"/>
                  <a:pt x="4928" y="2488"/>
                </a:cubicBezTo>
                <a:lnTo>
                  <a:pt x="4928" y="2488"/>
                </a:lnTo>
                <a:lnTo>
                  <a:pt x="4928" y="2049"/>
                </a:lnTo>
                <a:lnTo>
                  <a:pt x="4928" y="2049"/>
                </a:lnTo>
                <a:cubicBezTo>
                  <a:pt x="4928" y="2000"/>
                  <a:pt x="4879" y="1952"/>
                  <a:pt x="4830" y="1903"/>
                </a:cubicBezTo>
                <a:lnTo>
                  <a:pt x="1756" y="49"/>
                </a:lnTo>
                <a:cubicBezTo>
                  <a:pt x="1659" y="0"/>
                  <a:pt x="1561" y="0"/>
                  <a:pt x="1464" y="49"/>
                </a:cubicBezTo>
                <a:lnTo>
                  <a:pt x="49" y="927"/>
                </a:lnTo>
                <a:cubicBezTo>
                  <a:pt x="0" y="976"/>
                  <a:pt x="0" y="1025"/>
                  <a:pt x="0" y="10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7159691" y="2652537"/>
            <a:ext cx="121414" cy="88585"/>
          </a:xfrm>
          <a:custGeom>
            <a:rect b="b" l="l" r="r" t="t"/>
            <a:pathLst>
              <a:path extrusionOk="0" h="3563" w="4929">
                <a:moveTo>
                  <a:pt x="1" y="1074"/>
                </a:moveTo>
                <a:lnTo>
                  <a:pt x="1" y="1074"/>
                </a:lnTo>
                <a:lnTo>
                  <a:pt x="1" y="1464"/>
                </a:lnTo>
                <a:lnTo>
                  <a:pt x="1" y="1464"/>
                </a:lnTo>
                <a:cubicBezTo>
                  <a:pt x="1" y="1513"/>
                  <a:pt x="1" y="1611"/>
                  <a:pt x="49" y="1611"/>
                </a:cubicBezTo>
                <a:lnTo>
                  <a:pt x="3123" y="3465"/>
                </a:lnTo>
                <a:cubicBezTo>
                  <a:pt x="3221" y="3562"/>
                  <a:pt x="3367" y="3562"/>
                  <a:pt x="3465" y="3465"/>
                </a:cubicBezTo>
                <a:lnTo>
                  <a:pt x="4831" y="2586"/>
                </a:lnTo>
                <a:cubicBezTo>
                  <a:pt x="4879" y="2586"/>
                  <a:pt x="4928" y="2538"/>
                  <a:pt x="4928" y="2440"/>
                </a:cubicBezTo>
                <a:lnTo>
                  <a:pt x="4928" y="2440"/>
                </a:lnTo>
                <a:lnTo>
                  <a:pt x="4928" y="2050"/>
                </a:lnTo>
                <a:lnTo>
                  <a:pt x="4928" y="2050"/>
                </a:lnTo>
                <a:cubicBezTo>
                  <a:pt x="4928" y="2001"/>
                  <a:pt x="4879" y="1952"/>
                  <a:pt x="4831" y="1903"/>
                </a:cubicBezTo>
                <a:lnTo>
                  <a:pt x="1806" y="49"/>
                </a:lnTo>
                <a:cubicBezTo>
                  <a:pt x="1708" y="1"/>
                  <a:pt x="1562" y="1"/>
                  <a:pt x="1464" y="49"/>
                </a:cubicBezTo>
                <a:lnTo>
                  <a:pt x="98" y="928"/>
                </a:lnTo>
                <a:cubicBezTo>
                  <a:pt x="1" y="976"/>
                  <a:pt x="1" y="1025"/>
                  <a:pt x="1" y="10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7255835" y="2713176"/>
            <a:ext cx="121414" cy="88585"/>
          </a:xfrm>
          <a:custGeom>
            <a:rect b="b" l="l" r="r" t="t"/>
            <a:pathLst>
              <a:path extrusionOk="0" h="3563" w="4929">
                <a:moveTo>
                  <a:pt x="1" y="1074"/>
                </a:moveTo>
                <a:lnTo>
                  <a:pt x="1" y="1074"/>
                </a:lnTo>
                <a:lnTo>
                  <a:pt x="1" y="1465"/>
                </a:lnTo>
                <a:lnTo>
                  <a:pt x="1" y="1465"/>
                </a:lnTo>
                <a:cubicBezTo>
                  <a:pt x="1" y="1513"/>
                  <a:pt x="49" y="1611"/>
                  <a:pt x="98" y="1611"/>
                </a:cubicBezTo>
                <a:lnTo>
                  <a:pt x="3123" y="3465"/>
                </a:lnTo>
                <a:cubicBezTo>
                  <a:pt x="3221" y="3562"/>
                  <a:pt x="3367" y="3562"/>
                  <a:pt x="3465" y="3465"/>
                </a:cubicBezTo>
                <a:lnTo>
                  <a:pt x="4879" y="2587"/>
                </a:lnTo>
                <a:cubicBezTo>
                  <a:pt x="4928" y="2587"/>
                  <a:pt x="4928" y="2538"/>
                  <a:pt x="4928" y="2489"/>
                </a:cubicBezTo>
                <a:lnTo>
                  <a:pt x="4928" y="2489"/>
                </a:lnTo>
                <a:lnTo>
                  <a:pt x="4928" y="2099"/>
                </a:lnTo>
                <a:lnTo>
                  <a:pt x="4928" y="2099"/>
                </a:lnTo>
                <a:cubicBezTo>
                  <a:pt x="4928" y="2001"/>
                  <a:pt x="4928" y="1952"/>
                  <a:pt x="4879" y="1952"/>
                </a:cubicBezTo>
                <a:lnTo>
                  <a:pt x="1806" y="50"/>
                </a:lnTo>
                <a:cubicBezTo>
                  <a:pt x="1708" y="1"/>
                  <a:pt x="1562" y="1"/>
                  <a:pt x="1464" y="50"/>
                </a:cubicBezTo>
                <a:lnTo>
                  <a:pt x="98" y="928"/>
                </a:lnTo>
                <a:cubicBezTo>
                  <a:pt x="49" y="977"/>
                  <a:pt x="1" y="1026"/>
                  <a:pt x="1" y="10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353185" y="2772621"/>
            <a:ext cx="122596" cy="88585"/>
          </a:xfrm>
          <a:custGeom>
            <a:rect b="b" l="l" r="r" t="t"/>
            <a:pathLst>
              <a:path extrusionOk="0" h="3563" w="4977">
                <a:moveTo>
                  <a:pt x="0" y="1123"/>
                </a:moveTo>
                <a:lnTo>
                  <a:pt x="0" y="1123"/>
                </a:lnTo>
                <a:lnTo>
                  <a:pt x="0" y="1513"/>
                </a:lnTo>
                <a:lnTo>
                  <a:pt x="0" y="1513"/>
                </a:lnTo>
                <a:cubicBezTo>
                  <a:pt x="0" y="1562"/>
                  <a:pt x="49" y="1611"/>
                  <a:pt x="98" y="1659"/>
                </a:cubicBezTo>
                <a:lnTo>
                  <a:pt x="3172" y="3513"/>
                </a:lnTo>
                <a:cubicBezTo>
                  <a:pt x="3269" y="3562"/>
                  <a:pt x="3367" y="3562"/>
                  <a:pt x="3464" y="3513"/>
                </a:cubicBezTo>
                <a:lnTo>
                  <a:pt x="4879" y="2635"/>
                </a:lnTo>
                <a:cubicBezTo>
                  <a:pt x="4928" y="2586"/>
                  <a:pt x="4977" y="2538"/>
                  <a:pt x="4977" y="2489"/>
                </a:cubicBezTo>
                <a:lnTo>
                  <a:pt x="4977" y="2489"/>
                </a:lnTo>
                <a:lnTo>
                  <a:pt x="4977" y="2098"/>
                </a:lnTo>
                <a:lnTo>
                  <a:pt x="4977" y="2098"/>
                </a:lnTo>
                <a:cubicBezTo>
                  <a:pt x="4977" y="2001"/>
                  <a:pt x="4928" y="1952"/>
                  <a:pt x="4879" y="1952"/>
                </a:cubicBezTo>
                <a:lnTo>
                  <a:pt x="1806" y="98"/>
                </a:lnTo>
                <a:cubicBezTo>
                  <a:pt x="1708" y="1"/>
                  <a:pt x="1610" y="1"/>
                  <a:pt x="1513" y="98"/>
                </a:cubicBezTo>
                <a:lnTo>
                  <a:pt x="98" y="928"/>
                </a:lnTo>
                <a:cubicBezTo>
                  <a:pt x="49" y="976"/>
                  <a:pt x="0" y="1074"/>
                  <a:pt x="0" y="11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7451743" y="2834478"/>
            <a:ext cx="121389" cy="87367"/>
          </a:xfrm>
          <a:custGeom>
            <a:rect b="b" l="l" r="r" t="t"/>
            <a:pathLst>
              <a:path extrusionOk="0" h="3514" w="4928">
                <a:moveTo>
                  <a:pt x="0" y="1074"/>
                </a:moveTo>
                <a:lnTo>
                  <a:pt x="0" y="1074"/>
                </a:lnTo>
                <a:lnTo>
                  <a:pt x="0" y="1464"/>
                </a:lnTo>
                <a:lnTo>
                  <a:pt x="0" y="1464"/>
                </a:lnTo>
                <a:cubicBezTo>
                  <a:pt x="0" y="1513"/>
                  <a:pt x="0" y="1562"/>
                  <a:pt x="49" y="1611"/>
                </a:cubicBezTo>
                <a:lnTo>
                  <a:pt x="3122" y="3465"/>
                </a:lnTo>
                <a:cubicBezTo>
                  <a:pt x="3220" y="3513"/>
                  <a:pt x="3366" y="3513"/>
                  <a:pt x="3464" y="3465"/>
                </a:cubicBezTo>
                <a:lnTo>
                  <a:pt x="4830" y="2586"/>
                </a:lnTo>
                <a:cubicBezTo>
                  <a:pt x="4879" y="2538"/>
                  <a:pt x="4928" y="2489"/>
                  <a:pt x="4928" y="2440"/>
                </a:cubicBezTo>
                <a:lnTo>
                  <a:pt x="4928" y="2440"/>
                </a:lnTo>
                <a:lnTo>
                  <a:pt x="4928" y="2001"/>
                </a:lnTo>
                <a:lnTo>
                  <a:pt x="4928" y="2001"/>
                </a:lnTo>
                <a:cubicBezTo>
                  <a:pt x="4928" y="1952"/>
                  <a:pt x="4879" y="1903"/>
                  <a:pt x="4830" y="1855"/>
                </a:cubicBezTo>
                <a:lnTo>
                  <a:pt x="1805" y="50"/>
                </a:lnTo>
                <a:cubicBezTo>
                  <a:pt x="1708" y="1"/>
                  <a:pt x="1561" y="1"/>
                  <a:pt x="1464" y="50"/>
                </a:cubicBezTo>
                <a:lnTo>
                  <a:pt x="98" y="928"/>
                </a:lnTo>
                <a:cubicBezTo>
                  <a:pt x="0" y="928"/>
                  <a:pt x="0" y="1025"/>
                  <a:pt x="0" y="10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7547887" y="2893923"/>
            <a:ext cx="122596" cy="88560"/>
          </a:xfrm>
          <a:custGeom>
            <a:rect b="b" l="l" r="r" t="t"/>
            <a:pathLst>
              <a:path extrusionOk="0" h="3562" w="4977">
                <a:moveTo>
                  <a:pt x="49" y="1122"/>
                </a:moveTo>
                <a:lnTo>
                  <a:pt x="49" y="1122"/>
                </a:lnTo>
                <a:lnTo>
                  <a:pt x="49" y="1513"/>
                </a:lnTo>
                <a:lnTo>
                  <a:pt x="49" y="1513"/>
                </a:lnTo>
                <a:cubicBezTo>
                  <a:pt x="49" y="1562"/>
                  <a:pt x="49" y="1610"/>
                  <a:pt x="98" y="1659"/>
                </a:cubicBezTo>
                <a:lnTo>
                  <a:pt x="3171" y="3464"/>
                </a:lnTo>
                <a:cubicBezTo>
                  <a:pt x="3269" y="3562"/>
                  <a:pt x="3415" y="3562"/>
                  <a:pt x="3513" y="3464"/>
                </a:cubicBezTo>
                <a:lnTo>
                  <a:pt x="4879" y="2586"/>
                </a:lnTo>
                <a:cubicBezTo>
                  <a:pt x="4928" y="2586"/>
                  <a:pt x="4976" y="2537"/>
                  <a:pt x="4976" y="2440"/>
                </a:cubicBezTo>
                <a:lnTo>
                  <a:pt x="4976" y="2440"/>
                </a:lnTo>
                <a:lnTo>
                  <a:pt x="4976" y="2049"/>
                </a:lnTo>
                <a:lnTo>
                  <a:pt x="4976" y="2049"/>
                </a:lnTo>
                <a:cubicBezTo>
                  <a:pt x="4976" y="2001"/>
                  <a:pt x="4928" y="1952"/>
                  <a:pt x="4879" y="1903"/>
                </a:cubicBezTo>
                <a:lnTo>
                  <a:pt x="1854" y="49"/>
                </a:lnTo>
                <a:cubicBezTo>
                  <a:pt x="1756" y="0"/>
                  <a:pt x="1610" y="0"/>
                  <a:pt x="1513" y="49"/>
                </a:cubicBezTo>
                <a:lnTo>
                  <a:pt x="98" y="927"/>
                </a:lnTo>
                <a:cubicBezTo>
                  <a:pt x="49" y="976"/>
                  <a:pt x="0" y="1025"/>
                  <a:pt x="49" y="11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7646420" y="2954562"/>
            <a:ext cx="121414" cy="88585"/>
          </a:xfrm>
          <a:custGeom>
            <a:rect b="b" l="l" r="r" t="t"/>
            <a:pathLst>
              <a:path extrusionOk="0" h="3563" w="4929">
                <a:moveTo>
                  <a:pt x="1" y="1123"/>
                </a:moveTo>
                <a:lnTo>
                  <a:pt x="1" y="1123"/>
                </a:lnTo>
                <a:lnTo>
                  <a:pt x="1" y="1513"/>
                </a:lnTo>
                <a:lnTo>
                  <a:pt x="1" y="1513"/>
                </a:lnTo>
                <a:cubicBezTo>
                  <a:pt x="1" y="1562"/>
                  <a:pt x="49" y="1611"/>
                  <a:pt x="98" y="1660"/>
                </a:cubicBezTo>
                <a:lnTo>
                  <a:pt x="3123" y="3513"/>
                </a:lnTo>
                <a:cubicBezTo>
                  <a:pt x="3221" y="3562"/>
                  <a:pt x="3367" y="3562"/>
                  <a:pt x="3465" y="3513"/>
                </a:cubicBezTo>
                <a:lnTo>
                  <a:pt x="4831" y="2635"/>
                </a:lnTo>
                <a:cubicBezTo>
                  <a:pt x="4879" y="2586"/>
                  <a:pt x="4928" y="2538"/>
                  <a:pt x="4928" y="2489"/>
                </a:cubicBezTo>
                <a:lnTo>
                  <a:pt x="4928" y="2489"/>
                </a:lnTo>
                <a:lnTo>
                  <a:pt x="4928" y="2099"/>
                </a:lnTo>
                <a:lnTo>
                  <a:pt x="4928" y="2099"/>
                </a:lnTo>
                <a:cubicBezTo>
                  <a:pt x="4928" y="2050"/>
                  <a:pt x="4879" y="1952"/>
                  <a:pt x="4831" y="1952"/>
                </a:cubicBezTo>
                <a:lnTo>
                  <a:pt x="1806" y="98"/>
                </a:lnTo>
                <a:cubicBezTo>
                  <a:pt x="1708" y="1"/>
                  <a:pt x="1562" y="1"/>
                  <a:pt x="1464" y="98"/>
                </a:cubicBezTo>
                <a:lnTo>
                  <a:pt x="98" y="976"/>
                </a:lnTo>
                <a:cubicBezTo>
                  <a:pt x="49" y="976"/>
                  <a:pt x="1" y="1025"/>
                  <a:pt x="1" y="11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7743771" y="3015226"/>
            <a:ext cx="121414" cy="88560"/>
          </a:xfrm>
          <a:custGeom>
            <a:rect b="b" l="l" r="r" t="t"/>
            <a:pathLst>
              <a:path extrusionOk="0" h="3562" w="4929">
                <a:moveTo>
                  <a:pt x="0" y="1122"/>
                </a:moveTo>
                <a:lnTo>
                  <a:pt x="0" y="1122"/>
                </a:lnTo>
                <a:lnTo>
                  <a:pt x="0" y="1513"/>
                </a:lnTo>
                <a:lnTo>
                  <a:pt x="0" y="1513"/>
                </a:lnTo>
                <a:cubicBezTo>
                  <a:pt x="0" y="1561"/>
                  <a:pt x="49" y="1610"/>
                  <a:pt x="98" y="1659"/>
                </a:cubicBezTo>
                <a:lnTo>
                  <a:pt x="3123" y="3513"/>
                </a:lnTo>
                <a:cubicBezTo>
                  <a:pt x="3220" y="3562"/>
                  <a:pt x="3367" y="3562"/>
                  <a:pt x="3464" y="3513"/>
                </a:cubicBezTo>
                <a:lnTo>
                  <a:pt x="4879" y="2635"/>
                </a:lnTo>
                <a:cubicBezTo>
                  <a:pt x="4928" y="2586"/>
                  <a:pt x="4928" y="2537"/>
                  <a:pt x="4928" y="2488"/>
                </a:cubicBezTo>
                <a:lnTo>
                  <a:pt x="4928" y="2488"/>
                </a:lnTo>
                <a:lnTo>
                  <a:pt x="4928" y="2098"/>
                </a:lnTo>
                <a:lnTo>
                  <a:pt x="4928" y="2098"/>
                </a:lnTo>
                <a:cubicBezTo>
                  <a:pt x="4928" y="2049"/>
                  <a:pt x="4928" y="1952"/>
                  <a:pt x="4879" y="1952"/>
                </a:cubicBezTo>
                <a:lnTo>
                  <a:pt x="1806" y="98"/>
                </a:lnTo>
                <a:cubicBezTo>
                  <a:pt x="1708" y="0"/>
                  <a:pt x="1562" y="0"/>
                  <a:pt x="1464" y="98"/>
                </a:cubicBezTo>
                <a:lnTo>
                  <a:pt x="98" y="976"/>
                </a:lnTo>
                <a:cubicBezTo>
                  <a:pt x="49" y="976"/>
                  <a:pt x="0" y="1025"/>
                  <a:pt x="0" y="11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7841122" y="3075864"/>
            <a:ext cx="122596" cy="88560"/>
          </a:xfrm>
          <a:custGeom>
            <a:rect b="b" l="l" r="r" t="t"/>
            <a:pathLst>
              <a:path extrusionOk="0" h="3562" w="4977">
                <a:moveTo>
                  <a:pt x="0" y="1123"/>
                </a:moveTo>
                <a:lnTo>
                  <a:pt x="0" y="1123"/>
                </a:lnTo>
                <a:lnTo>
                  <a:pt x="0" y="1513"/>
                </a:lnTo>
                <a:lnTo>
                  <a:pt x="0" y="1513"/>
                </a:lnTo>
                <a:cubicBezTo>
                  <a:pt x="0" y="1562"/>
                  <a:pt x="49" y="1610"/>
                  <a:pt x="98" y="1659"/>
                </a:cubicBezTo>
                <a:lnTo>
                  <a:pt x="3172" y="3513"/>
                </a:lnTo>
                <a:cubicBezTo>
                  <a:pt x="3269" y="3562"/>
                  <a:pt x="3367" y="3562"/>
                  <a:pt x="3464" y="3513"/>
                </a:cubicBezTo>
                <a:lnTo>
                  <a:pt x="4879" y="2635"/>
                </a:lnTo>
                <a:cubicBezTo>
                  <a:pt x="4928" y="2586"/>
                  <a:pt x="4977" y="2537"/>
                  <a:pt x="4977" y="2489"/>
                </a:cubicBezTo>
                <a:lnTo>
                  <a:pt x="4977" y="2489"/>
                </a:lnTo>
                <a:lnTo>
                  <a:pt x="4977" y="2098"/>
                </a:lnTo>
                <a:lnTo>
                  <a:pt x="4977" y="2098"/>
                </a:lnTo>
                <a:cubicBezTo>
                  <a:pt x="4977" y="2001"/>
                  <a:pt x="4928" y="1952"/>
                  <a:pt x="4879" y="1952"/>
                </a:cubicBezTo>
                <a:lnTo>
                  <a:pt x="1805" y="98"/>
                </a:lnTo>
                <a:cubicBezTo>
                  <a:pt x="1708" y="1"/>
                  <a:pt x="1610" y="1"/>
                  <a:pt x="1513" y="98"/>
                </a:cubicBezTo>
                <a:lnTo>
                  <a:pt x="98" y="927"/>
                </a:lnTo>
                <a:cubicBezTo>
                  <a:pt x="49" y="976"/>
                  <a:pt x="0" y="1025"/>
                  <a:pt x="0" y="11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7938472" y="3136503"/>
            <a:ext cx="122596" cy="87367"/>
          </a:xfrm>
          <a:custGeom>
            <a:rect b="b" l="l" r="r" t="t"/>
            <a:pathLst>
              <a:path extrusionOk="0" h="3514" w="4977">
                <a:moveTo>
                  <a:pt x="4976" y="2099"/>
                </a:moveTo>
                <a:lnTo>
                  <a:pt x="4976" y="2099"/>
                </a:lnTo>
                <a:cubicBezTo>
                  <a:pt x="4976" y="2001"/>
                  <a:pt x="4928" y="1952"/>
                  <a:pt x="4879" y="1952"/>
                </a:cubicBezTo>
                <a:lnTo>
                  <a:pt x="1854" y="50"/>
                </a:lnTo>
                <a:cubicBezTo>
                  <a:pt x="1708" y="1"/>
                  <a:pt x="1610" y="1"/>
                  <a:pt x="1513" y="50"/>
                </a:cubicBezTo>
                <a:lnTo>
                  <a:pt x="98" y="928"/>
                </a:lnTo>
                <a:cubicBezTo>
                  <a:pt x="0" y="977"/>
                  <a:pt x="0" y="1025"/>
                  <a:pt x="0" y="1123"/>
                </a:cubicBezTo>
                <a:lnTo>
                  <a:pt x="0" y="1123"/>
                </a:lnTo>
                <a:lnTo>
                  <a:pt x="0" y="1513"/>
                </a:lnTo>
                <a:lnTo>
                  <a:pt x="0" y="1513"/>
                </a:lnTo>
                <a:cubicBezTo>
                  <a:pt x="0" y="1562"/>
                  <a:pt x="49" y="1611"/>
                  <a:pt x="98" y="1660"/>
                </a:cubicBezTo>
                <a:lnTo>
                  <a:pt x="3123" y="3465"/>
                </a:lnTo>
                <a:cubicBezTo>
                  <a:pt x="3220" y="3514"/>
                  <a:pt x="3366" y="3514"/>
                  <a:pt x="3464" y="3465"/>
                </a:cubicBezTo>
                <a:lnTo>
                  <a:pt x="4879" y="2587"/>
                </a:lnTo>
                <a:cubicBezTo>
                  <a:pt x="4879" y="2538"/>
                  <a:pt x="4928" y="2489"/>
                  <a:pt x="4928" y="2440"/>
                </a:cubicBezTo>
                <a:lnTo>
                  <a:pt x="4928" y="2440"/>
                </a:lnTo>
                <a:lnTo>
                  <a:pt x="4928" y="2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7558701" y="3259024"/>
            <a:ext cx="237975" cy="160155"/>
          </a:xfrm>
          <a:custGeom>
            <a:rect b="b" l="l" r="r" t="t"/>
            <a:pathLst>
              <a:path extrusionOk="0" h="6441" w="9661">
                <a:moveTo>
                  <a:pt x="9611" y="3855"/>
                </a:moveTo>
                <a:lnTo>
                  <a:pt x="9611" y="3855"/>
                </a:lnTo>
                <a:cubicBezTo>
                  <a:pt x="9611" y="3806"/>
                  <a:pt x="9611" y="3757"/>
                  <a:pt x="9563" y="3708"/>
                </a:cubicBezTo>
                <a:lnTo>
                  <a:pt x="8148" y="2830"/>
                </a:lnTo>
                <a:lnTo>
                  <a:pt x="8148" y="2830"/>
                </a:lnTo>
                <a:lnTo>
                  <a:pt x="3610" y="49"/>
                </a:lnTo>
                <a:cubicBezTo>
                  <a:pt x="3513" y="0"/>
                  <a:pt x="3367" y="0"/>
                  <a:pt x="3269" y="49"/>
                </a:cubicBezTo>
                <a:lnTo>
                  <a:pt x="98" y="2050"/>
                </a:lnTo>
                <a:cubicBezTo>
                  <a:pt x="49" y="2050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684"/>
                  <a:pt x="98" y="2733"/>
                </a:cubicBezTo>
                <a:lnTo>
                  <a:pt x="3025" y="4538"/>
                </a:lnTo>
                <a:lnTo>
                  <a:pt x="6050" y="6392"/>
                </a:lnTo>
                <a:cubicBezTo>
                  <a:pt x="6147" y="6440"/>
                  <a:pt x="6294" y="6440"/>
                  <a:pt x="6391" y="6392"/>
                </a:cubicBezTo>
                <a:lnTo>
                  <a:pt x="9563" y="4391"/>
                </a:lnTo>
                <a:cubicBezTo>
                  <a:pt x="9611" y="4343"/>
                  <a:pt x="9660" y="4294"/>
                  <a:pt x="9660" y="4245"/>
                </a:cubicBezTo>
                <a:lnTo>
                  <a:pt x="9660" y="4245"/>
                </a:lnTo>
                <a:lnTo>
                  <a:pt x="9660" y="385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7404866" y="3292985"/>
            <a:ext cx="288447" cy="191684"/>
          </a:xfrm>
          <a:custGeom>
            <a:rect b="b" l="l" r="r" t="t"/>
            <a:pathLst>
              <a:path extrusionOk="0" h="7709" w="11710">
                <a:moveTo>
                  <a:pt x="11709" y="5123"/>
                </a:moveTo>
                <a:lnTo>
                  <a:pt x="11709" y="5123"/>
                </a:lnTo>
                <a:cubicBezTo>
                  <a:pt x="11661" y="5074"/>
                  <a:pt x="11661" y="5026"/>
                  <a:pt x="11612" y="4977"/>
                </a:cubicBezTo>
                <a:lnTo>
                  <a:pt x="10197" y="4147"/>
                </a:lnTo>
                <a:lnTo>
                  <a:pt x="10197" y="4147"/>
                </a:lnTo>
                <a:lnTo>
                  <a:pt x="3562" y="98"/>
                </a:lnTo>
                <a:cubicBezTo>
                  <a:pt x="3464" y="1"/>
                  <a:pt x="3367" y="1"/>
                  <a:pt x="3269" y="98"/>
                </a:cubicBezTo>
                <a:lnTo>
                  <a:pt x="98" y="2050"/>
                </a:lnTo>
                <a:cubicBezTo>
                  <a:pt x="49" y="2098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733"/>
                  <a:pt x="98" y="2733"/>
                </a:cubicBezTo>
                <a:lnTo>
                  <a:pt x="5074" y="5806"/>
                </a:lnTo>
                <a:lnTo>
                  <a:pt x="8148" y="7611"/>
                </a:lnTo>
                <a:cubicBezTo>
                  <a:pt x="8245" y="7709"/>
                  <a:pt x="8343" y="7709"/>
                  <a:pt x="8441" y="7611"/>
                </a:cubicBezTo>
                <a:lnTo>
                  <a:pt x="11612" y="5660"/>
                </a:lnTo>
                <a:cubicBezTo>
                  <a:pt x="11661" y="5611"/>
                  <a:pt x="11709" y="5562"/>
                  <a:pt x="11709" y="5514"/>
                </a:cubicBezTo>
                <a:lnTo>
                  <a:pt x="11709" y="5514"/>
                </a:lnTo>
                <a:lnTo>
                  <a:pt x="11709" y="512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7425287" y="3434898"/>
            <a:ext cx="164668" cy="115274"/>
          </a:xfrm>
          <a:custGeom>
            <a:rect b="b" l="l" r="r" t="t"/>
            <a:pathLst>
              <a:path extrusionOk="0" h="4636" w="6685">
                <a:moveTo>
                  <a:pt x="6636" y="1903"/>
                </a:moveTo>
                <a:lnTo>
                  <a:pt x="3562" y="49"/>
                </a:lnTo>
                <a:cubicBezTo>
                  <a:pt x="3465" y="1"/>
                  <a:pt x="3318" y="1"/>
                  <a:pt x="3221" y="49"/>
                </a:cubicBezTo>
                <a:lnTo>
                  <a:pt x="50" y="2050"/>
                </a:lnTo>
                <a:cubicBezTo>
                  <a:pt x="1" y="2050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1" y="2684"/>
                  <a:pt x="50" y="2733"/>
                </a:cubicBezTo>
                <a:lnTo>
                  <a:pt x="3123" y="4538"/>
                </a:lnTo>
                <a:cubicBezTo>
                  <a:pt x="3221" y="4636"/>
                  <a:pt x="3367" y="4636"/>
                  <a:pt x="3465" y="4538"/>
                </a:cubicBezTo>
                <a:lnTo>
                  <a:pt x="6636" y="2586"/>
                </a:lnTo>
                <a:cubicBezTo>
                  <a:pt x="6685" y="2538"/>
                  <a:pt x="6685" y="2489"/>
                  <a:pt x="6685" y="2440"/>
                </a:cubicBezTo>
                <a:lnTo>
                  <a:pt x="6685" y="2440"/>
                </a:lnTo>
                <a:lnTo>
                  <a:pt x="6685" y="2050"/>
                </a:lnTo>
                <a:lnTo>
                  <a:pt x="6685" y="2050"/>
                </a:lnTo>
                <a:cubicBezTo>
                  <a:pt x="6685" y="2001"/>
                  <a:pt x="6636" y="1952"/>
                  <a:pt x="6636" y="190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7307515" y="3228692"/>
            <a:ext cx="165875" cy="116493"/>
          </a:xfrm>
          <a:custGeom>
            <a:rect b="b" l="l" r="r" t="t"/>
            <a:pathLst>
              <a:path extrusionOk="0" h="4685" w="6734">
                <a:moveTo>
                  <a:pt x="98" y="2733"/>
                </a:moveTo>
                <a:lnTo>
                  <a:pt x="3123" y="4587"/>
                </a:lnTo>
                <a:cubicBezTo>
                  <a:pt x="3221" y="4684"/>
                  <a:pt x="3367" y="4684"/>
                  <a:pt x="3464" y="4587"/>
                </a:cubicBezTo>
                <a:lnTo>
                  <a:pt x="6636" y="2635"/>
                </a:lnTo>
                <a:cubicBezTo>
                  <a:pt x="6684" y="2587"/>
                  <a:pt x="6733" y="2538"/>
                  <a:pt x="6733" y="2489"/>
                </a:cubicBezTo>
                <a:lnTo>
                  <a:pt x="6733" y="2489"/>
                </a:lnTo>
                <a:lnTo>
                  <a:pt x="6733" y="2099"/>
                </a:lnTo>
                <a:lnTo>
                  <a:pt x="6733" y="2099"/>
                </a:lnTo>
                <a:cubicBezTo>
                  <a:pt x="6733" y="2001"/>
                  <a:pt x="6684" y="1952"/>
                  <a:pt x="6636" y="1952"/>
                </a:cubicBezTo>
                <a:lnTo>
                  <a:pt x="3562" y="50"/>
                </a:lnTo>
                <a:cubicBezTo>
                  <a:pt x="3464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99"/>
                  <a:pt x="1" y="2147"/>
                  <a:pt x="1" y="2196"/>
                </a:cubicBezTo>
                <a:lnTo>
                  <a:pt x="1" y="2196"/>
                </a:lnTo>
                <a:lnTo>
                  <a:pt x="1" y="2587"/>
                </a:lnTo>
                <a:lnTo>
                  <a:pt x="1" y="2587"/>
                </a:lnTo>
                <a:cubicBezTo>
                  <a:pt x="1" y="2635"/>
                  <a:pt x="49" y="2684"/>
                  <a:pt x="98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6313636" y="2612509"/>
            <a:ext cx="278815" cy="186836"/>
          </a:xfrm>
          <a:custGeom>
            <a:rect b="b" l="l" r="r" t="t"/>
            <a:pathLst>
              <a:path extrusionOk="0" h="7514" w="11319">
                <a:moveTo>
                  <a:pt x="98" y="2733"/>
                </a:moveTo>
                <a:lnTo>
                  <a:pt x="1952" y="3855"/>
                </a:lnTo>
                <a:lnTo>
                  <a:pt x="7757" y="7465"/>
                </a:lnTo>
                <a:cubicBezTo>
                  <a:pt x="7855" y="7514"/>
                  <a:pt x="7952" y="7514"/>
                  <a:pt x="8050" y="7465"/>
                </a:cubicBezTo>
                <a:lnTo>
                  <a:pt x="11221" y="5465"/>
                </a:lnTo>
                <a:cubicBezTo>
                  <a:pt x="11270" y="5465"/>
                  <a:pt x="11319" y="5416"/>
                  <a:pt x="11319" y="5318"/>
                </a:cubicBezTo>
                <a:lnTo>
                  <a:pt x="11319" y="5318"/>
                </a:lnTo>
                <a:lnTo>
                  <a:pt x="11319" y="4928"/>
                </a:lnTo>
                <a:lnTo>
                  <a:pt x="11319" y="4928"/>
                </a:lnTo>
                <a:cubicBezTo>
                  <a:pt x="11319" y="4879"/>
                  <a:pt x="11319" y="4831"/>
                  <a:pt x="11270" y="4782"/>
                </a:cubicBezTo>
                <a:lnTo>
                  <a:pt x="7074" y="2196"/>
                </a:lnTo>
                <a:lnTo>
                  <a:pt x="7074" y="2196"/>
                </a:lnTo>
                <a:lnTo>
                  <a:pt x="3562" y="49"/>
                </a:lnTo>
                <a:cubicBezTo>
                  <a:pt x="3464" y="1"/>
                  <a:pt x="3366" y="1"/>
                  <a:pt x="3269" y="49"/>
                </a:cubicBezTo>
                <a:lnTo>
                  <a:pt x="98" y="2050"/>
                </a:lnTo>
                <a:cubicBezTo>
                  <a:pt x="0" y="2098"/>
                  <a:pt x="0" y="2147"/>
                  <a:pt x="0" y="2196"/>
                </a:cubicBezTo>
                <a:lnTo>
                  <a:pt x="0" y="2196"/>
                </a:lnTo>
                <a:lnTo>
                  <a:pt x="0" y="2635"/>
                </a:lnTo>
                <a:lnTo>
                  <a:pt x="0" y="2635"/>
                </a:lnTo>
                <a:cubicBezTo>
                  <a:pt x="0" y="2684"/>
                  <a:pt x="49" y="2733"/>
                  <a:pt x="98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6647737" y="2950932"/>
            <a:ext cx="550413" cy="355470"/>
          </a:xfrm>
          <a:custGeom>
            <a:rect b="b" l="l" r="r" t="t"/>
            <a:pathLst>
              <a:path extrusionOk="0" h="14296" w="22345">
                <a:moveTo>
                  <a:pt x="22345" y="12100"/>
                </a:moveTo>
                <a:lnTo>
                  <a:pt x="22345" y="12100"/>
                </a:lnTo>
                <a:lnTo>
                  <a:pt x="22345" y="11709"/>
                </a:lnTo>
                <a:lnTo>
                  <a:pt x="22345" y="11709"/>
                </a:lnTo>
                <a:cubicBezTo>
                  <a:pt x="22345" y="11661"/>
                  <a:pt x="22296" y="11612"/>
                  <a:pt x="22247" y="11563"/>
                </a:cubicBezTo>
                <a:lnTo>
                  <a:pt x="3562" y="49"/>
                </a:lnTo>
                <a:cubicBezTo>
                  <a:pt x="3464" y="0"/>
                  <a:pt x="3318" y="0"/>
                  <a:pt x="3220" y="49"/>
                </a:cubicBezTo>
                <a:lnTo>
                  <a:pt x="49" y="2049"/>
                </a:lnTo>
                <a:cubicBezTo>
                  <a:pt x="0" y="2098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0" y="2684"/>
                  <a:pt x="49" y="2732"/>
                </a:cubicBezTo>
                <a:lnTo>
                  <a:pt x="18735" y="14246"/>
                </a:lnTo>
                <a:cubicBezTo>
                  <a:pt x="18832" y="14295"/>
                  <a:pt x="18978" y="14295"/>
                  <a:pt x="19076" y="14246"/>
                </a:cubicBezTo>
                <a:lnTo>
                  <a:pt x="22247" y="12246"/>
                </a:lnTo>
                <a:cubicBezTo>
                  <a:pt x="22296" y="12246"/>
                  <a:pt x="22345" y="12149"/>
                  <a:pt x="22345" y="121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6502302" y="2861180"/>
            <a:ext cx="210337" cy="144366"/>
          </a:xfrm>
          <a:custGeom>
            <a:rect b="b" l="l" r="r" t="t"/>
            <a:pathLst>
              <a:path extrusionOk="0" h="5806" w="8539">
                <a:moveTo>
                  <a:pt x="8539" y="3610"/>
                </a:moveTo>
                <a:lnTo>
                  <a:pt x="8539" y="3610"/>
                </a:lnTo>
                <a:lnTo>
                  <a:pt x="8539" y="3220"/>
                </a:lnTo>
                <a:lnTo>
                  <a:pt x="8539" y="3220"/>
                </a:lnTo>
                <a:cubicBezTo>
                  <a:pt x="8539" y="3122"/>
                  <a:pt x="8490" y="3074"/>
                  <a:pt x="8441" y="3074"/>
                </a:cubicBezTo>
                <a:lnTo>
                  <a:pt x="7026" y="2196"/>
                </a:lnTo>
                <a:lnTo>
                  <a:pt x="7026" y="2196"/>
                </a:lnTo>
                <a:lnTo>
                  <a:pt x="3562" y="49"/>
                </a:lnTo>
                <a:cubicBezTo>
                  <a:pt x="3465" y="0"/>
                  <a:pt x="3318" y="0"/>
                  <a:pt x="3221" y="49"/>
                </a:cubicBezTo>
                <a:lnTo>
                  <a:pt x="50" y="2049"/>
                </a:lnTo>
                <a:cubicBezTo>
                  <a:pt x="1" y="2049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1" y="2683"/>
                  <a:pt x="50" y="2732"/>
                </a:cubicBezTo>
                <a:lnTo>
                  <a:pt x="1903" y="3854"/>
                </a:lnTo>
                <a:lnTo>
                  <a:pt x="4977" y="5708"/>
                </a:lnTo>
                <a:cubicBezTo>
                  <a:pt x="5075" y="5806"/>
                  <a:pt x="5221" y="5806"/>
                  <a:pt x="5319" y="5708"/>
                </a:cubicBezTo>
                <a:lnTo>
                  <a:pt x="8490" y="3757"/>
                </a:lnTo>
                <a:cubicBezTo>
                  <a:pt x="8490" y="3708"/>
                  <a:pt x="8539" y="3659"/>
                  <a:pt x="8539" y="361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6210275" y="2679214"/>
            <a:ext cx="165851" cy="115263"/>
          </a:xfrm>
          <a:custGeom>
            <a:rect b="b" l="l" r="r" t="t"/>
            <a:pathLst>
              <a:path extrusionOk="0" h="4636" w="6733">
                <a:moveTo>
                  <a:pt x="6733" y="2440"/>
                </a:move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5" y="1904"/>
                </a:cubicBezTo>
                <a:lnTo>
                  <a:pt x="3611" y="50"/>
                </a:lnTo>
                <a:cubicBezTo>
                  <a:pt x="3513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50"/>
                  <a:pt x="0" y="2148"/>
                  <a:pt x="0" y="2196"/>
                </a:cubicBezTo>
                <a:lnTo>
                  <a:pt x="0" y="2196"/>
                </a:lnTo>
                <a:lnTo>
                  <a:pt x="0" y="2587"/>
                </a:lnTo>
                <a:lnTo>
                  <a:pt x="0" y="2587"/>
                </a:lnTo>
                <a:cubicBezTo>
                  <a:pt x="0" y="2635"/>
                  <a:pt x="49" y="2684"/>
                  <a:pt x="98" y="2733"/>
                </a:cubicBezTo>
                <a:lnTo>
                  <a:pt x="3123" y="4538"/>
                </a:lnTo>
                <a:cubicBezTo>
                  <a:pt x="3220" y="4636"/>
                  <a:pt x="3367" y="4636"/>
                  <a:pt x="3464" y="4538"/>
                </a:cubicBezTo>
                <a:lnTo>
                  <a:pt x="6635" y="2587"/>
                </a:lnTo>
                <a:cubicBezTo>
                  <a:pt x="6684" y="2538"/>
                  <a:pt x="6733" y="2489"/>
                  <a:pt x="6733" y="2440"/>
                </a:cubicBezTo>
                <a:close/>
              </a:path>
            </a:pathLst>
          </a:custGeom>
          <a:solidFill>
            <a:srgbClr val="6B48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6307626" y="2739878"/>
            <a:ext cx="165851" cy="115263"/>
          </a:xfrm>
          <a:custGeom>
            <a:rect b="b" l="l" r="r" t="t"/>
            <a:pathLst>
              <a:path extrusionOk="0" h="4636" w="6733">
                <a:moveTo>
                  <a:pt x="6733" y="2440"/>
                </a:moveTo>
                <a:lnTo>
                  <a:pt x="6733" y="2440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1"/>
                  <a:pt x="6684" y="1952"/>
                  <a:pt x="6635" y="1903"/>
                </a:cubicBezTo>
                <a:lnTo>
                  <a:pt x="3610" y="49"/>
                </a:lnTo>
                <a:cubicBezTo>
                  <a:pt x="3513" y="0"/>
                  <a:pt x="3366" y="0"/>
                  <a:pt x="3269" y="49"/>
                </a:cubicBezTo>
                <a:lnTo>
                  <a:pt x="98" y="2049"/>
                </a:lnTo>
                <a:cubicBezTo>
                  <a:pt x="49" y="2049"/>
                  <a:pt x="0" y="2098"/>
                  <a:pt x="49" y="2196"/>
                </a:cubicBezTo>
                <a:lnTo>
                  <a:pt x="49" y="2196"/>
                </a:lnTo>
                <a:lnTo>
                  <a:pt x="49" y="2586"/>
                </a:lnTo>
                <a:lnTo>
                  <a:pt x="49" y="2586"/>
                </a:lnTo>
                <a:cubicBezTo>
                  <a:pt x="49" y="2635"/>
                  <a:pt x="49" y="2684"/>
                  <a:pt x="98" y="2732"/>
                </a:cubicBezTo>
                <a:lnTo>
                  <a:pt x="3171" y="4538"/>
                </a:lnTo>
                <a:cubicBezTo>
                  <a:pt x="3269" y="4635"/>
                  <a:pt x="3415" y="4635"/>
                  <a:pt x="3513" y="4538"/>
                </a:cubicBezTo>
                <a:lnTo>
                  <a:pt x="6684" y="2586"/>
                </a:lnTo>
                <a:cubicBezTo>
                  <a:pt x="6684" y="2537"/>
                  <a:pt x="6733" y="2488"/>
                  <a:pt x="6733" y="2440"/>
                </a:cubicBezTo>
                <a:close/>
              </a:path>
            </a:pathLst>
          </a:custGeom>
          <a:solidFill>
            <a:srgbClr val="6B48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6406159" y="2800516"/>
            <a:ext cx="164668" cy="115274"/>
          </a:xfrm>
          <a:custGeom>
            <a:rect b="b" l="l" r="r" t="t"/>
            <a:pathLst>
              <a:path extrusionOk="0" h="4636" w="6685">
                <a:moveTo>
                  <a:pt x="6685" y="2440"/>
                </a:moveTo>
                <a:lnTo>
                  <a:pt x="6685" y="2440"/>
                </a:lnTo>
                <a:lnTo>
                  <a:pt x="6685" y="2050"/>
                </a:lnTo>
                <a:lnTo>
                  <a:pt x="6685" y="2050"/>
                </a:lnTo>
                <a:cubicBezTo>
                  <a:pt x="6685" y="2001"/>
                  <a:pt x="6685" y="1952"/>
                  <a:pt x="6636" y="1903"/>
                </a:cubicBezTo>
                <a:lnTo>
                  <a:pt x="3562" y="49"/>
                </a:lnTo>
                <a:cubicBezTo>
                  <a:pt x="3465" y="1"/>
                  <a:pt x="3318" y="1"/>
                  <a:pt x="3221" y="49"/>
                </a:cubicBezTo>
                <a:lnTo>
                  <a:pt x="98" y="2050"/>
                </a:lnTo>
                <a:cubicBezTo>
                  <a:pt x="49" y="2050"/>
                  <a:pt x="1" y="2099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49" y="2684"/>
                  <a:pt x="98" y="2733"/>
                </a:cubicBezTo>
                <a:lnTo>
                  <a:pt x="3123" y="4587"/>
                </a:lnTo>
                <a:cubicBezTo>
                  <a:pt x="3221" y="4636"/>
                  <a:pt x="3367" y="4636"/>
                  <a:pt x="3465" y="4587"/>
                </a:cubicBezTo>
                <a:lnTo>
                  <a:pt x="6636" y="2586"/>
                </a:lnTo>
                <a:cubicBezTo>
                  <a:pt x="6685" y="2538"/>
                  <a:pt x="6685" y="2489"/>
                  <a:pt x="6685" y="24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7327936" y="3375478"/>
            <a:ext cx="164668" cy="115249"/>
          </a:xfrm>
          <a:custGeom>
            <a:rect b="b" l="l" r="r" t="t"/>
            <a:pathLst>
              <a:path extrusionOk="0" h="4635" w="6685">
                <a:moveTo>
                  <a:pt x="4831" y="3610"/>
                </a:moveTo>
                <a:lnTo>
                  <a:pt x="4831" y="3610"/>
                </a:lnTo>
                <a:lnTo>
                  <a:pt x="4831" y="3269"/>
                </a:lnTo>
                <a:lnTo>
                  <a:pt x="4977" y="3366"/>
                </a:lnTo>
                <a:cubicBezTo>
                  <a:pt x="5075" y="3415"/>
                  <a:pt x="5221" y="3415"/>
                  <a:pt x="5319" y="3366"/>
                </a:cubicBezTo>
                <a:lnTo>
                  <a:pt x="6587" y="2586"/>
                </a:lnTo>
                <a:cubicBezTo>
                  <a:pt x="6636" y="2537"/>
                  <a:pt x="6685" y="2488"/>
                  <a:pt x="6685" y="2439"/>
                </a:cubicBezTo>
                <a:lnTo>
                  <a:pt x="6685" y="2439"/>
                </a:lnTo>
                <a:lnTo>
                  <a:pt x="6685" y="2000"/>
                </a:lnTo>
                <a:lnTo>
                  <a:pt x="6685" y="2000"/>
                </a:lnTo>
                <a:cubicBezTo>
                  <a:pt x="6685" y="1952"/>
                  <a:pt x="6636" y="1903"/>
                  <a:pt x="6587" y="1854"/>
                </a:cubicBezTo>
                <a:lnTo>
                  <a:pt x="3562" y="49"/>
                </a:lnTo>
                <a:cubicBezTo>
                  <a:pt x="3465" y="0"/>
                  <a:pt x="3318" y="0"/>
                  <a:pt x="3221" y="49"/>
                </a:cubicBezTo>
                <a:lnTo>
                  <a:pt x="1952" y="829"/>
                </a:lnTo>
                <a:cubicBezTo>
                  <a:pt x="1855" y="878"/>
                  <a:pt x="1855" y="927"/>
                  <a:pt x="1855" y="1025"/>
                </a:cubicBezTo>
                <a:lnTo>
                  <a:pt x="1855" y="1025"/>
                </a:lnTo>
                <a:lnTo>
                  <a:pt x="1855" y="1317"/>
                </a:lnTo>
                <a:lnTo>
                  <a:pt x="1709" y="1220"/>
                </a:lnTo>
                <a:cubicBezTo>
                  <a:pt x="1611" y="1122"/>
                  <a:pt x="1465" y="1122"/>
                  <a:pt x="1367" y="1220"/>
                </a:cubicBezTo>
                <a:lnTo>
                  <a:pt x="50" y="2000"/>
                </a:lnTo>
                <a:cubicBezTo>
                  <a:pt x="1" y="2049"/>
                  <a:pt x="1" y="2098"/>
                  <a:pt x="1" y="2147"/>
                </a:cubicBezTo>
                <a:lnTo>
                  <a:pt x="1" y="2147"/>
                </a:lnTo>
                <a:lnTo>
                  <a:pt x="1" y="2537"/>
                </a:lnTo>
                <a:lnTo>
                  <a:pt x="1" y="2537"/>
                </a:lnTo>
                <a:cubicBezTo>
                  <a:pt x="1" y="2635"/>
                  <a:pt x="1" y="2683"/>
                  <a:pt x="50" y="2683"/>
                </a:cubicBezTo>
                <a:lnTo>
                  <a:pt x="3123" y="4586"/>
                </a:lnTo>
                <a:cubicBezTo>
                  <a:pt x="3221" y="4635"/>
                  <a:pt x="3367" y="4635"/>
                  <a:pt x="3465" y="4586"/>
                </a:cubicBezTo>
                <a:lnTo>
                  <a:pt x="4733" y="3757"/>
                </a:lnTo>
                <a:cubicBezTo>
                  <a:pt x="4782" y="3708"/>
                  <a:pt x="4831" y="3659"/>
                  <a:pt x="4831" y="361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7132052" y="3252957"/>
            <a:ext cx="165875" cy="115274"/>
          </a:xfrm>
          <a:custGeom>
            <a:rect b="b" l="l" r="r" t="t"/>
            <a:pathLst>
              <a:path extrusionOk="0" h="4636" w="6734">
                <a:moveTo>
                  <a:pt x="6733" y="2489"/>
                </a:moveTo>
                <a:lnTo>
                  <a:pt x="6733" y="2489"/>
                </a:lnTo>
                <a:lnTo>
                  <a:pt x="6733" y="2098"/>
                </a:lnTo>
                <a:lnTo>
                  <a:pt x="6733" y="2098"/>
                </a:lnTo>
                <a:cubicBezTo>
                  <a:pt x="6733" y="2001"/>
                  <a:pt x="6684" y="1952"/>
                  <a:pt x="6636" y="1952"/>
                </a:cubicBezTo>
                <a:lnTo>
                  <a:pt x="3611" y="98"/>
                </a:lnTo>
                <a:cubicBezTo>
                  <a:pt x="3464" y="1"/>
                  <a:pt x="3367" y="1"/>
                  <a:pt x="3269" y="98"/>
                </a:cubicBezTo>
                <a:lnTo>
                  <a:pt x="98" y="2050"/>
                </a:lnTo>
                <a:cubicBezTo>
                  <a:pt x="49" y="2098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49" y="2733"/>
                  <a:pt x="98" y="2733"/>
                </a:cubicBezTo>
                <a:lnTo>
                  <a:pt x="3123" y="4587"/>
                </a:lnTo>
                <a:cubicBezTo>
                  <a:pt x="3221" y="4635"/>
                  <a:pt x="3367" y="4635"/>
                  <a:pt x="3464" y="4587"/>
                </a:cubicBezTo>
                <a:lnTo>
                  <a:pt x="6636" y="2586"/>
                </a:lnTo>
                <a:cubicBezTo>
                  <a:pt x="6684" y="2586"/>
                  <a:pt x="6733" y="2537"/>
                  <a:pt x="6733" y="248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7229403" y="3313596"/>
            <a:ext cx="165875" cy="115274"/>
          </a:xfrm>
          <a:custGeom>
            <a:rect b="b" l="l" r="r" t="t"/>
            <a:pathLst>
              <a:path extrusionOk="0" h="4636" w="6734">
                <a:moveTo>
                  <a:pt x="6733" y="2489"/>
                </a:moveTo>
                <a:lnTo>
                  <a:pt x="6733" y="2489"/>
                </a:lnTo>
                <a:lnTo>
                  <a:pt x="6733" y="2099"/>
                </a:lnTo>
                <a:lnTo>
                  <a:pt x="6733" y="2099"/>
                </a:lnTo>
                <a:cubicBezTo>
                  <a:pt x="6733" y="2001"/>
                  <a:pt x="6684" y="1952"/>
                  <a:pt x="6635" y="1952"/>
                </a:cubicBezTo>
                <a:lnTo>
                  <a:pt x="3611" y="98"/>
                </a:lnTo>
                <a:cubicBezTo>
                  <a:pt x="3513" y="1"/>
                  <a:pt x="3367" y="1"/>
                  <a:pt x="3269" y="98"/>
                </a:cubicBezTo>
                <a:lnTo>
                  <a:pt x="98" y="2050"/>
                </a:lnTo>
                <a:cubicBezTo>
                  <a:pt x="49" y="2099"/>
                  <a:pt x="0" y="2148"/>
                  <a:pt x="0" y="2196"/>
                </a:cubicBezTo>
                <a:lnTo>
                  <a:pt x="0" y="2196"/>
                </a:lnTo>
                <a:lnTo>
                  <a:pt x="0" y="2587"/>
                </a:lnTo>
                <a:lnTo>
                  <a:pt x="0" y="2587"/>
                </a:lnTo>
                <a:cubicBezTo>
                  <a:pt x="0" y="2635"/>
                  <a:pt x="49" y="2733"/>
                  <a:pt x="98" y="2733"/>
                </a:cubicBezTo>
                <a:lnTo>
                  <a:pt x="3123" y="4587"/>
                </a:lnTo>
                <a:cubicBezTo>
                  <a:pt x="3220" y="4636"/>
                  <a:pt x="3367" y="4636"/>
                  <a:pt x="3464" y="4587"/>
                </a:cubicBezTo>
                <a:lnTo>
                  <a:pt x="6635" y="2587"/>
                </a:lnTo>
                <a:cubicBezTo>
                  <a:pt x="6684" y="2587"/>
                  <a:pt x="6733" y="2538"/>
                  <a:pt x="6733" y="248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620074" y="2418435"/>
            <a:ext cx="165875" cy="114044"/>
          </a:xfrm>
          <a:custGeom>
            <a:rect b="b" l="l" r="r" t="t"/>
            <a:pathLst>
              <a:path extrusionOk="0" h="4587" w="6734">
                <a:moveTo>
                  <a:pt x="99" y="2684"/>
                </a:moveTo>
                <a:lnTo>
                  <a:pt x="3123" y="4538"/>
                </a:lnTo>
                <a:cubicBezTo>
                  <a:pt x="3221" y="4587"/>
                  <a:pt x="3367" y="4587"/>
                  <a:pt x="3465" y="4538"/>
                </a:cubicBezTo>
                <a:lnTo>
                  <a:pt x="6636" y="2538"/>
                </a:lnTo>
                <a:cubicBezTo>
                  <a:pt x="6685" y="2489"/>
                  <a:pt x="6734" y="2440"/>
                  <a:pt x="6734" y="2391"/>
                </a:cubicBezTo>
                <a:lnTo>
                  <a:pt x="6734" y="2391"/>
                </a:lnTo>
                <a:lnTo>
                  <a:pt x="6734" y="2001"/>
                </a:lnTo>
                <a:lnTo>
                  <a:pt x="6734" y="2001"/>
                </a:lnTo>
                <a:cubicBezTo>
                  <a:pt x="6734" y="1952"/>
                  <a:pt x="6685" y="1903"/>
                  <a:pt x="6636" y="1903"/>
                </a:cubicBezTo>
                <a:lnTo>
                  <a:pt x="3611" y="49"/>
                </a:lnTo>
                <a:cubicBezTo>
                  <a:pt x="3514" y="1"/>
                  <a:pt x="3367" y="1"/>
                  <a:pt x="3270" y="49"/>
                </a:cubicBezTo>
                <a:lnTo>
                  <a:pt x="99" y="2050"/>
                </a:lnTo>
                <a:cubicBezTo>
                  <a:pt x="50" y="2050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50" y="2684"/>
                  <a:pt x="99" y="268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6717425" y="2477881"/>
            <a:ext cx="165875" cy="115238"/>
          </a:xfrm>
          <a:custGeom>
            <a:rect b="b" l="l" r="r" t="t"/>
            <a:pathLst>
              <a:path extrusionOk="0" h="4635" w="6734">
                <a:moveTo>
                  <a:pt x="1" y="2586"/>
                </a:moveTo>
                <a:lnTo>
                  <a:pt x="1" y="2586"/>
                </a:lnTo>
                <a:cubicBezTo>
                  <a:pt x="1" y="2635"/>
                  <a:pt x="50" y="2683"/>
                  <a:pt x="98" y="2732"/>
                </a:cubicBezTo>
                <a:lnTo>
                  <a:pt x="3123" y="4586"/>
                </a:lnTo>
                <a:cubicBezTo>
                  <a:pt x="3221" y="4635"/>
                  <a:pt x="3367" y="4635"/>
                  <a:pt x="3465" y="4586"/>
                </a:cubicBezTo>
                <a:lnTo>
                  <a:pt x="6636" y="2635"/>
                </a:lnTo>
                <a:cubicBezTo>
                  <a:pt x="6685" y="2586"/>
                  <a:pt x="6733" y="2537"/>
                  <a:pt x="6733" y="2488"/>
                </a:cubicBezTo>
                <a:lnTo>
                  <a:pt x="6733" y="2488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0"/>
                  <a:pt x="6685" y="1952"/>
                  <a:pt x="6636" y="1903"/>
                </a:cubicBezTo>
                <a:lnTo>
                  <a:pt x="3611" y="49"/>
                </a:lnTo>
                <a:cubicBezTo>
                  <a:pt x="3513" y="0"/>
                  <a:pt x="3367" y="0"/>
                  <a:pt x="3270" y="49"/>
                </a:cubicBezTo>
                <a:lnTo>
                  <a:pt x="98" y="2049"/>
                </a:lnTo>
                <a:cubicBezTo>
                  <a:pt x="50" y="2098"/>
                  <a:pt x="1" y="2147"/>
                  <a:pt x="1" y="2196"/>
                </a:cubicBezTo>
                <a:lnTo>
                  <a:pt x="1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6814776" y="2538519"/>
            <a:ext cx="165875" cy="115263"/>
          </a:xfrm>
          <a:custGeom>
            <a:rect b="b" l="l" r="r" t="t"/>
            <a:pathLst>
              <a:path extrusionOk="0" h="4636" w="6734">
                <a:moveTo>
                  <a:pt x="6684" y="2050"/>
                </a:moveTo>
                <a:cubicBezTo>
                  <a:pt x="6733" y="2001"/>
                  <a:pt x="6684" y="1952"/>
                  <a:pt x="6636" y="1903"/>
                </a:cubicBezTo>
                <a:lnTo>
                  <a:pt x="3562" y="98"/>
                </a:lnTo>
                <a:cubicBezTo>
                  <a:pt x="3464" y="1"/>
                  <a:pt x="3367" y="1"/>
                  <a:pt x="3269" y="98"/>
                </a:cubicBezTo>
                <a:lnTo>
                  <a:pt x="98" y="2050"/>
                </a:lnTo>
                <a:cubicBezTo>
                  <a:pt x="49" y="2098"/>
                  <a:pt x="1" y="2147"/>
                  <a:pt x="1" y="2245"/>
                </a:cubicBezTo>
                <a:lnTo>
                  <a:pt x="1" y="2245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84"/>
                  <a:pt x="49" y="2733"/>
                  <a:pt x="98" y="2733"/>
                </a:cubicBezTo>
                <a:lnTo>
                  <a:pt x="3123" y="4587"/>
                </a:lnTo>
                <a:cubicBezTo>
                  <a:pt x="3221" y="4635"/>
                  <a:pt x="3367" y="4635"/>
                  <a:pt x="3464" y="4587"/>
                </a:cubicBezTo>
                <a:lnTo>
                  <a:pt x="6636" y="2586"/>
                </a:lnTo>
                <a:cubicBezTo>
                  <a:pt x="6684" y="2586"/>
                  <a:pt x="6733" y="2538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6912126" y="2599158"/>
            <a:ext cx="165875" cy="115263"/>
          </a:xfrm>
          <a:custGeom>
            <a:rect b="b" l="l" r="r" t="t"/>
            <a:pathLst>
              <a:path extrusionOk="0" h="4636" w="6734">
                <a:moveTo>
                  <a:pt x="6733" y="2050"/>
                </a:moveTo>
                <a:cubicBezTo>
                  <a:pt x="6733" y="2001"/>
                  <a:pt x="6684" y="1952"/>
                  <a:pt x="6635" y="1904"/>
                </a:cubicBezTo>
                <a:lnTo>
                  <a:pt x="3611" y="50"/>
                </a:lnTo>
                <a:cubicBezTo>
                  <a:pt x="3464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50"/>
                  <a:pt x="0" y="2099"/>
                  <a:pt x="0" y="2196"/>
                </a:cubicBezTo>
                <a:lnTo>
                  <a:pt x="0" y="2196"/>
                </a:lnTo>
                <a:lnTo>
                  <a:pt x="0" y="2538"/>
                </a:lnTo>
                <a:lnTo>
                  <a:pt x="0" y="2538"/>
                </a:lnTo>
                <a:cubicBezTo>
                  <a:pt x="0" y="2587"/>
                  <a:pt x="49" y="2684"/>
                  <a:pt x="98" y="2684"/>
                </a:cubicBezTo>
                <a:lnTo>
                  <a:pt x="3123" y="4538"/>
                </a:lnTo>
                <a:cubicBezTo>
                  <a:pt x="3220" y="4636"/>
                  <a:pt x="3367" y="4636"/>
                  <a:pt x="3464" y="4538"/>
                </a:cubicBezTo>
                <a:lnTo>
                  <a:pt x="6635" y="2587"/>
                </a:lnTo>
                <a:cubicBezTo>
                  <a:pt x="6684" y="2538"/>
                  <a:pt x="6733" y="2489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7009477" y="2659822"/>
            <a:ext cx="165851" cy="115263"/>
          </a:xfrm>
          <a:custGeom>
            <a:rect b="b" l="l" r="r" t="t"/>
            <a:pathLst>
              <a:path extrusionOk="0" h="4636" w="6733">
                <a:moveTo>
                  <a:pt x="6733" y="2049"/>
                </a:moveTo>
                <a:cubicBezTo>
                  <a:pt x="6733" y="2001"/>
                  <a:pt x="6684" y="1952"/>
                  <a:pt x="6635" y="1903"/>
                </a:cubicBezTo>
                <a:lnTo>
                  <a:pt x="3610" y="49"/>
                </a:lnTo>
                <a:cubicBezTo>
                  <a:pt x="3513" y="0"/>
                  <a:pt x="3367" y="0"/>
                  <a:pt x="3269" y="49"/>
                </a:cubicBezTo>
                <a:lnTo>
                  <a:pt x="98" y="2049"/>
                </a:lnTo>
                <a:cubicBezTo>
                  <a:pt x="49" y="2049"/>
                  <a:pt x="0" y="2098"/>
                  <a:pt x="0" y="2196"/>
                </a:cubicBezTo>
                <a:lnTo>
                  <a:pt x="0" y="2196"/>
                </a:lnTo>
                <a:lnTo>
                  <a:pt x="0" y="2537"/>
                </a:lnTo>
                <a:lnTo>
                  <a:pt x="0" y="2537"/>
                </a:lnTo>
                <a:cubicBezTo>
                  <a:pt x="0" y="2586"/>
                  <a:pt x="49" y="2684"/>
                  <a:pt x="98" y="2684"/>
                </a:cubicBezTo>
                <a:lnTo>
                  <a:pt x="3123" y="4538"/>
                </a:lnTo>
                <a:cubicBezTo>
                  <a:pt x="3220" y="4635"/>
                  <a:pt x="3367" y="4635"/>
                  <a:pt x="3464" y="4538"/>
                </a:cubicBezTo>
                <a:lnTo>
                  <a:pt x="6635" y="2586"/>
                </a:lnTo>
                <a:cubicBezTo>
                  <a:pt x="6684" y="2537"/>
                  <a:pt x="6733" y="2488"/>
                  <a:pt x="6733" y="2440"/>
                </a:cubicBezTo>
                <a:lnTo>
                  <a:pt x="6733" y="2440"/>
                </a:lnTo>
                <a:lnTo>
                  <a:pt x="6733" y="204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7497413" y="2961847"/>
            <a:ext cx="165851" cy="115263"/>
          </a:xfrm>
          <a:custGeom>
            <a:rect b="b" l="l" r="r" t="t"/>
            <a:pathLst>
              <a:path extrusionOk="0" h="4636" w="6733">
                <a:moveTo>
                  <a:pt x="6733" y="2098"/>
                </a:moveTo>
                <a:cubicBezTo>
                  <a:pt x="6733" y="2001"/>
                  <a:pt x="6684" y="1952"/>
                  <a:pt x="6635" y="1952"/>
                </a:cubicBezTo>
                <a:lnTo>
                  <a:pt x="3610" y="49"/>
                </a:lnTo>
                <a:cubicBezTo>
                  <a:pt x="3513" y="0"/>
                  <a:pt x="3366" y="0"/>
                  <a:pt x="3269" y="49"/>
                </a:cubicBezTo>
                <a:lnTo>
                  <a:pt x="98" y="2050"/>
                </a:lnTo>
                <a:cubicBezTo>
                  <a:pt x="49" y="2098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733"/>
                  <a:pt x="98" y="2733"/>
                </a:cubicBezTo>
                <a:lnTo>
                  <a:pt x="3122" y="4587"/>
                </a:lnTo>
                <a:cubicBezTo>
                  <a:pt x="3220" y="4635"/>
                  <a:pt x="3366" y="4635"/>
                  <a:pt x="3464" y="4587"/>
                </a:cubicBezTo>
                <a:lnTo>
                  <a:pt x="6635" y="2586"/>
                </a:lnTo>
                <a:cubicBezTo>
                  <a:pt x="6684" y="2537"/>
                  <a:pt x="6733" y="2489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7594740" y="3023704"/>
            <a:ext cx="165875" cy="114044"/>
          </a:xfrm>
          <a:custGeom>
            <a:rect b="b" l="l" r="r" t="t"/>
            <a:pathLst>
              <a:path extrusionOk="0" h="4587" w="6734">
                <a:moveTo>
                  <a:pt x="6734" y="2050"/>
                </a:moveTo>
                <a:cubicBezTo>
                  <a:pt x="6734" y="1952"/>
                  <a:pt x="6685" y="1903"/>
                  <a:pt x="6636" y="1855"/>
                </a:cubicBezTo>
                <a:lnTo>
                  <a:pt x="3611" y="49"/>
                </a:lnTo>
                <a:cubicBezTo>
                  <a:pt x="3465" y="1"/>
                  <a:pt x="3367" y="1"/>
                  <a:pt x="3270" y="49"/>
                </a:cubicBezTo>
                <a:lnTo>
                  <a:pt x="98" y="2050"/>
                </a:lnTo>
                <a:cubicBezTo>
                  <a:pt x="50" y="2050"/>
                  <a:pt x="1" y="2099"/>
                  <a:pt x="1" y="2196"/>
                </a:cubicBezTo>
                <a:lnTo>
                  <a:pt x="1" y="2196"/>
                </a:lnTo>
                <a:lnTo>
                  <a:pt x="1" y="2538"/>
                </a:lnTo>
                <a:lnTo>
                  <a:pt x="1" y="2538"/>
                </a:lnTo>
                <a:cubicBezTo>
                  <a:pt x="1" y="2586"/>
                  <a:pt x="50" y="2684"/>
                  <a:pt x="98" y="2684"/>
                </a:cubicBezTo>
                <a:lnTo>
                  <a:pt x="3123" y="4538"/>
                </a:lnTo>
                <a:cubicBezTo>
                  <a:pt x="3221" y="4587"/>
                  <a:pt x="3367" y="4587"/>
                  <a:pt x="3465" y="4538"/>
                </a:cubicBezTo>
                <a:lnTo>
                  <a:pt x="6636" y="2538"/>
                </a:lnTo>
                <a:cubicBezTo>
                  <a:pt x="6685" y="2489"/>
                  <a:pt x="6734" y="2440"/>
                  <a:pt x="6734" y="2391"/>
                </a:cubicBezTo>
                <a:lnTo>
                  <a:pt x="6734" y="2391"/>
                </a:lnTo>
                <a:lnTo>
                  <a:pt x="6734" y="20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7692090" y="3083149"/>
            <a:ext cx="165875" cy="115263"/>
          </a:xfrm>
          <a:custGeom>
            <a:rect b="b" l="l" r="r" t="t"/>
            <a:pathLst>
              <a:path extrusionOk="0" h="4636" w="6734">
                <a:moveTo>
                  <a:pt x="6733" y="2440"/>
                </a:moveTo>
                <a:lnTo>
                  <a:pt x="6733" y="2440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1"/>
                  <a:pt x="6685" y="1952"/>
                  <a:pt x="6636" y="1903"/>
                </a:cubicBezTo>
                <a:lnTo>
                  <a:pt x="3611" y="49"/>
                </a:lnTo>
                <a:cubicBezTo>
                  <a:pt x="3513" y="0"/>
                  <a:pt x="3367" y="0"/>
                  <a:pt x="3269" y="49"/>
                </a:cubicBezTo>
                <a:lnTo>
                  <a:pt x="98" y="2049"/>
                </a:lnTo>
                <a:cubicBezTo>
                  <a:pt x="49" y="2049"/>
                  <a:pt x="1" y="2147"/>
                  <a:pt x="49" y="2196"/>
                </a:cubicBezTo>
                <a:lnTo>
                  <a:pt x="49" y="2196"/>
                </a:lnTo>
                <a:lnTo>
                  <a:pt x="49" y="2586"/>
                </a:lnTo>
                <a:lnTo>
                  <a:pt x="49" y="2586"/>
                </a:lnTo>
                <a:cubicBezTo>
                  <a:pt x="1" y="2635"/>
                  <a:pt x="49" y="2732"/>
                  <a:pt x="98" y="2732"/>
                </a:cubicBezTo>
                <a:lnTo>
                  <a:pt x="3172" y="4586"/>
                </a:lnTo>
                <a:cubicBezTo>
                  <a:pt x="3269" y="4635"/>
                  <a:pt x="3367" y="4635"/>
                  <a:pt x="3465" y="4586"/>
                </a:cubicBezTo>
                <a:lnTo>
                  <a:pt x="6636" y="2586"/>
                </a:lnTo>
                <a:cubicBezTo>
                  <a:pt x="6685" y="2586"/>
                  <a:pt x="6733" y="2537"/>
                  <a:pt x="6733" y="24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6657344" y="2571263"/>
            <a:ext cx="165875" cy="115263"/>
          </a:xfrm>
          <a:custGeom>
            <a:rect b="b" l="l" r="r" t="t"/>
            <a:pathLst>
              <a:path extrusionOk="0" h="4636" w="6734">
                <a:moveTo>
                  <a:pt x="0" y="2587"/>
                </a:moveTo>
                <a:lnTo>
                  <a:pt x="0" y="2587"/>
                </a:lnTo>
                <a:cubicBezTo>
                  <a:pt x="0" y="2635"/>
                  <a:pt x="49" y="2684"/>
                  <a:pt x="98" y="2733"/>
                </a:cubicBezTo>
                <a:lnTo>
                  <a:pt x="3123" y="4587"/>
                </a:lnTo>
                <a:cubicBezTo>
                  <a:pt x="3220" y="4636"/>
                  <a:pt x="3367" y="4636"/>
                  <a:pt x="3464" y="4587"/>
                </a:cubicBezTo>
                <a:lnTo>
                  <a:pt x="6635" y="2587"/>
                </a:lnTo>
                <a:cubicBezTo>
                  <a:pt x="6684" y="2538"/>
                  <a:pt x="6733" y="2489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5" y="1904"/>
                </a:cubicBezTo>
                <a:lnTo>
                  <a:pt x="3562" y="50"/>
                </a:lnTo>
                <a:cubicBezTo>
                  <a:pt x="3464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50"/>
                  <a:pt x="0" y="2099"/>
                  <a:pt x="0" y="2196"/>
                </a:cubicBezTo>
                <a:lnTo>
                  <a:pt x="0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6754695" y="2631926"/>
            <a:ext cx="165851" cy="115263"/>
          </a:xfrm>
          <a:custGeom>
            <a:rect b="b" l="l" r="r" t="t"/>
            <a:pathLst>
              <a:path extrusionOk="0" h="4636" w="6733">
                <a:moveTo>
                  <a:pt x="0" y="2586"/>
                </a:moveTo>
                <a:lnTo>
                  <a:pt x="0" y="2586"/>
                </a:lnTo>
                <a:cubicBezTo>
                  <a:pt x="0" y="2635"/>
                  <a:pt x="49" y="2684"/>
                  <a:pt x="98" y="2732"/>
                </a:cubicBezTo>
                <a:lnTo>
                  <a:pt x="3123" y="4586"/>
                </a:lnTo>
                <a:cubicBezTo>
                  <a:pt x="3220" y="4635"/>
                  <a:pt x="3367" y="4635"/>
                  <a:pt x="3464" y="4586"/>
                </a:cubicBezTo>
                <a:lnTo>
                  <a:pt x="6635" y="2586"/>
                </a:lnTo>
                <a:cubicBezTo>
                  <a:pt x="6684" y="2537"/>
                  <a:pt x="6733" y="2488"/>
                  <a:pt x="6733" y="2440"/>
                </a:cubicBezTo>
                <a:lnTo>
                  <a:pt x="6733" y="2440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0"/>
                  <a:pt x="6684" y="1952"/>
                  <a:pt x="6635" y="1903"/>
                </a:cubicBezTo>
                <a:lnTo>
                  <a:pt x="3562" y="49"/>
                </a:lnTo>
                <a:cubicBezTo>
                  <a:pt x="3464" y="0"/>
                  <a:pt x="3367" y="0"/>
                  <a:pt x="3269" y="49"/>
                </a:cubicBezTo>
                <a:lnTo>
                  <a:pt x="98" y="2049"/>
                </a:lnTo>
                <a:cubicBezTo>
                  <a:pt x="49" y="2098"/>
                  <a:pt x="0" y="2147"/>
                  <a:pt x="0" y="2196"/>
                </a:cubicBezTo>
                <a:lnTo>
                  <a:pt x="0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6852021" y="2691347"/>
            <a:ext cx="165875" cy="115263"/>
          </a:xfrm>
          <a:custGeom>
            <a:rect b="b" l="l" r="r" t="t"/>
            <a:pathLst>
              <a:path extrusionOk="0" h="4636" w="6734">
                <a:moveTo>
                  <a:pt x="6685" y="2099"/>
                </a:moveTo>
                <a:cubicBezTo>
                  <a:pt x="6685" y="2050"/>
                  <a:pt x="6685" y="1952"/>
                  <a:pt x="6636" y="1952"/>
                </a:cubicBezTo>
                <a:lnTo>
                  <a:pt x="3562" y="98"/>
                </a:lnTo>
                <a:cubicBezTo>
                  <a:pt x="3465" y="1"/>
                  <a:pt x="3367" y="1"/>
                  <a:pt x="3270" y="98"/>
                </a:cubicBezTo>
                <a:lnTo>
                  <a:pt x="99" y="2050"/>
                </a:lnTo>
                <a:cubicBezTo>
                  <a:pt x="50" y="2099"/>
                  <a:pt x="1" y="2147"/>
                  <a:pt x="1" y="2196"/>
                </a:cubicBezTo>
                <a:lnTo>
                  <a:pt x="1" y="2196"/>
                </a:lnTo>
                <a:lnTo>
                  <a:pt x="1" y="2587"/>
                </a:lnTo>
                <a:lnTo>
                  <a:pt x="1" y="2587"/>
                </a:lnTo>
                <a:cubicBezTo>
                  <a:pt x="1" y="2684"/>
                  <a:pt x="50" y="2733"/>
                  <a:pt x="99" y="2733"/>
                </a:cubicBezTo>
                <a:lnTo>
                  <a:pt x="3123" y="4587"/>
                </a:lnTo>
                <a:cubicBezTo>
                  <a:pt x="3221" y="4636"/>
                  <a:pt x="3367" y="4636"/>
                  <a:pt x="3465" y="4587"/>
                </a:cubicBezTo>
                <a:lnTo>
                  <a:pt x="6636" y="2587"/>
                </a:lnTo>
                <a:cubicBezTo>
                  <a:pt x="6685" y="2587"/>
                  <a:pt x="6734" y="2489"/>
                  <a:pt x="6734" y="2440"/>
                </a:cubicBezTo>
                <a:lnTo>
                  <a:pt x="6734" y="2440"/>
                </a:lnTo>
                <a:lnTo>
                  <a:pt x="6734" y="2050"/>
                </a:lnTo>
                <a:lnTo>
                  <a:pt x="6734" y="2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6948165" y="2752010"/>
            <a:ext cx="165875" cy="116456"/>
          </a:xfrm>
          <a:custGeom>
            <a:rect b="b" l="l" r="r" t="t"/>
            <a:pathLst>
              <a:path extrusionOk="0" h="4684" w="6734">
                <a:moveTo>
                  <a:pt x="6734" y="2098"/>
                </a:moveTo>
                <a:cubicBezTo>
                  <a:pt x="6734" y="2049"/>
                  <a:pt x="6685" y="1952"/>
                  <a:pt x="6636" y="1952"/>
                </a:cubicBezTo>
                <a:lnTo>
                  <a:pt x="3611" y="98"/>
                </a:lnTo>
                <a:cubicBezTo>
                  <a:pt x="3514" y="0"/>
                  <a:pt x="3367" y="0"/>
                  <a:pt x="3270" y="98"/>
                </a:cubicBezTo>
                <a:lnTo>
                  <a:pt x="99" y="2049"/>
                </a:lnTo>
                <a:cubicBezTo>
                  <a:pt x="50" y="2098"/>
                  <a:pt x="1" y="2147"/>
                  <a:pt x="50" y="2196"/>
                </a:cubicBezTo>
                <a:lnTo>
                  <a:pt x="50" y="2196"/>
                </a:lnTo>
                <a:lnTo>
                  <a:pt x="50" y="2586"/>
                </a:lnTo>
                <a:lnTo>
                  <a:pt x="50" y="2586"/>
                </a:lnTo>
                <a:cubicBezTo>
                  <a:pt x="50" y="2635"/>
                  <a:pt x="50" y="2732"/>
                  <a:pt x="99" y="2732"/>
                </a:cubicBezTo>
                <a:lnTo>
                  <a:pt x="3172" y="4586"/>
                </a:lnTo>
                <a:cubicBezTo>
                  <a:pt x="3270" y="4684"/>
                  <a:pt x="3367" y="4684"/>
                  <a:pt x="3514" y="4586"/>
                </a:cubicBezTo>
                <a:lnTo>
                  <a:pt x="6685" y="2635"/>
                </a:lnTo>
                <a:cubicBezTo>
                  <a:pt x="6685" y="2586"/>
                  <a:pt x="6734" y="2537"/>
                  <a:pt x="6734" y="2488"/>
                </a:cubicBezTo>
                <a:lnTo>
                  <a:pt x="6734" y="2488"/>
                </a:lnTo>
                <a:lnTo>
                  <a:pt x="6734" y="20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7339957" y="2994590"/>
            <a:ext cx="164668" cy="115263"/>
          </a:xfrm>
          <a:custGeom>
            <a:rect b="b" l="l" r="r" t="t"/>
            <a:pathLst>
              <a:path extrusionOk="0" h="4636" w="6685">
                <a:moveTo>
                  <a:pt x="1" y="2586"/>
                </a:moveTo>
                <a:lnTo>
                  <a:pt x="1" y="2586"/>
                </a:lnTo>
                <a:cubicBezTo>
                  <a:pt x="1" y="2635"/>
                  <a:pt x="1" y="2684"/>
                  <a:pt x="50" y="2733"/>
                </a:cubicBezTo>
                <a:lnTo>
                  <a:pt x="3123" y="4587"/>
                </a:lnTo>
                <a:cubicBezTo>
                  <a:pt x="3221" y="4636"/>
                  <a:pt x="3367" y="4636"/>
                  <a:pt x="3465" y="4587"/>
                </a:cubicBezTo>
                <a:lnTo>
                  <a:pt x="6636" y="2586"/>
                </a:lnTo>
                <a:cubicBezTo>
                  <a:pt x="6685" y="2586"/>
                  <a:pt x="6685" y="2538"/>
                  <a:pt x="6685" y="2440"/>
                </a:cubicBezTo>
                <a:lnTo>
                  <a:pt x="6685" y="2440"/>
                </a:lnTo>
                <a:lnTo>
                  <a:pt x="6685" y="2050"/>
                </a:lnTo>
                <a:lnTo>
                  <a:pt x="6685" y="2050"/>
                </a:lnTo>
                <a:cubicBezTo>
                  <a:pt x="6685" y="2001"/>
                  <a:pt x="6685" y="1952"/>
                  <a:pt x="6636" y="1903"/>
                </a:cubicBezTo>
                <a:lnTo>
                  <a:pt x="3562" y="50"/>
                </a:lnTo>
                <a:cubicBezTo>
                  <a:pt x="3465" y="1"/>
                  <a:pt x="3318" y="1"/>
                  <a:pt x="3221" y="50"/>
                </a:cubicBezTo>
                <a:lnTo>
                  <a:pt x="50" y="2050"/>
                </a:lnTo>
                <a:cubicBezTo>
                  <a:pt x="1" y="2050"/>
                  <a:pt x="1" y="2147"/>
                  <a:pt x="1" y="2196"/>
                </a:cubicBezTo>
                <a:lnTo>
                  <a:pt x="1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7437308" y="3055254"/>
            <a:ext cx="165875" cy="116456"/>
          </a:xfrm>
          <a:custGeom>
            <a:rect b="b" l="l" r="r" t="t"/>
            <a:pathLst>
              <a:path extrusionOk="0" h="4684" w="6734">
                <a:moveTo>
                  <a:pt x="6685" y="2439"/>
                </a:moveTo>
                <a:lnTo>
                  <a:pt x="6685" y="2439"/>
                </a:lnTo>
                <a:lnTo>
                  <a:pt x="6685" y="2049"/>
                </a:lnTo>
                <a:lnTo>
                  <a:pt x="6685" y="2049"/>
                </a:lnTo>
                <a:cubicBezTo>
                  <a:pt x="6685" y="2000"/>
                  <a:pt x="6685" y="1952"/>
                  <a:pt x="6636" y="1903"/>
                </a:cubicBezTo>
                <a:lnTo>
                  <a:pt x="3562" y="98"/>
                </a:lnTo>
                <a:cubicBezTo>
                  <a:pt x="3465" y="0"/>
                  <a:pt x="3318" y="0"/>
                  <a:pt x="3221" y="98"/>
                </a:cubicBezTo>
                <a:lnTo>
                  <a:pt x="98" y="2049"/>
                </a:lnTo>
                <a:cubicBezTo>
                  <a:pt x="1" y="2098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83"/>
                  <a:pt x="1" y="2732"/>
                  <a:pt x="98" y="2732"/>
                </a:cubicBezTo>
                <a:lnTo>
                  <a:pt x="3123" y="4635"/>
                </a:lnTo>
                <a:cubicBezTo>
                  <a:pt x="3221" y="4684"/>
                  <a:pt x="3367" y="4684"/>
                  <a:pt x="3465" y="4635"/>
                </a:cubicBezTo>
                <a:lnTo>
                  <a:pt x="6636" y="2635"/>
                </a:lnTo>
                <a:cubicBezTo>
                  <a:pt x="6685" y="2586"/>
                  <a:pt x="6733" y="2537"/>
                  <a:pt x="6685" y="24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7534659" y="3115892"/>
            <a:ext cx="165875" cy="114044"/>
          </a:xfrm>
          <a:custGeom>
            <a:rect b="b" l="l" r="r" t="t"/>
            <a:pathLst>
              <a:path extrusionOk="0" h="4587" w="6734">
                <a:moveTo>
                  <a:pt x="6733" y="2440"/>
                </a:move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6" y="1903"/>
                </a:cubicBezTo>
                <a:lnTo>
                  <a:pt x="3562" y="49"/>
                </a:lnTo>
                <a:cubicBezTo>
                  <a:pt x="3464" y="0"/>
                  <a:pt x="3367" y="0"/>
                  <a:pt x="3269" y="49"/>
                </a:cubicBezTo>
                <a:lnTo>
                  <a:pt x="98" y="2050"/>
                </a:lnTo>
                <a:cubicBezTo>
                  <a:pt x="49" y="2050"/>
                  <a:pt x="0" y="2098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684"/>
                  <a:pt x="98" y="2733"/>
                </a:cubicBezTo>
                <a:lnTo>
                  <a:pt x="3123" y="4538"/>
                </a:lnTo>
                <a:cubicBezTo>
                  <a:pt x="3220" y="4587"/>
                  <a:pt x="3367" y="4587"/>
                  <a:pt x="3464" y="4538"/>
                </a:cubicBezTo>
                <a:lnTo>
                  <a:pt x="6636" y="2586"/>
                </a:lnTo>
                <a:cubicBezTo>
                  <a:pt x="6684" y="2537"/>
                  <a:pt x="6684" y="2489"/>
                  <a:pt x="6733" y="24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7632010" y="3176531"/>
            <a:ext cx="165851" cy="115263"/>
          </a:xfrm>
          <a:custGeom>
            <a:rect b="b" l="l" r="r" t="t"/>
            <a:pathLst>
              <a:path extrusionOk="0" h="4636" w="6733">
                <a:moveTo>
                  <a:pt x="6733" y="2050"/>
                </a:moveTo>
                <a:cubicBezTo>
                  <a:pt x="6733" y="2001"/>
                  <a:pt x="6684" y="1952"/>
                  <a:pt x="6635" y="1904"/>
                </a:cubicBezTo>
                <a:lnTo>
                  <a:pt x="3611" y="98"/>
                </a:lnTo>
                <a:cubicBezTo>
                  <a:pt x="3513" y="1"/>
                  <a:pt x="3367" y="1"/>
                  <a:pt x="3269" y="98"/>
                </a:cubicBezTo>
                <a:lnTo>
                  <a:pt x="98" y="2050"/>
                </a:lnTo>
                <a:cubicBezTo>
                  <a:pt x="49" y="2099"/>
                  <a:pt x="0" y="2148"/>
                  <a:pt x="0" y="2196"/>
                </a:cubicBezTo>
                <a:lnTo>
                  <a:pt x="0" y="2196"/>
                </a:lnTo>
                <a:lnTo>
                  <a:pt x="0" y="2587"/>
                </a:lnTo>
                <a:lnTo>
                  <a:pt x="0" y="2587"/>
                </a:lnTo>
                <a:cubicBezTo>
                  <a:pt x="0" y="2635"/>
                  <a:pt x="49" y="2733"/>
                  <a:pt x="98" y="2733"/>
                </a:cubicBezTo>
                <a:lnTo>
                  <a:pt x="3171" y="4587"/>
                </a:lnTo>
                <a:cubicBezTo>
                  <a:pt x="3269" y="4636"/>
                  <a:pt x="3367" y="4636"/>
                  <a:pt x="3464" y="4587"/>
                </a:cubicBezTo>
                <a:lnTo>
                  <a:pt x="6635" y="2587"/>
                </a:lnTo>
                <a:cubicBezTo>
                  <a:pt x="6684" y="2587"/>
                  <a:pt x="6733" y="2489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6513116" y="2479074"/>
            <a:ext cx="210337" cy="144391"/>
          </a:xfrm>
          <a:custGeom>
            <a:rect b="b" l="l" r="r" t="t"/>
            <a:pathLst>
              <a:path extrusionOk="0" h="5807" w="8539">
                <a:moveTo>
                  <a:pt x="98" y="2782"/>
                </a:moveTo>
                <a:lnTo>
                  <a:pt x="1904" y="3904"/>
                </a:lnTo>
                <a:lnTo>
                  <a:pt x="4977" y="5758"/>
                </a:lnTo>
                <a:cubicBezTo>
                  <a:pt x="5075" y="5807"/>
                  <a:pt x="5221" y="5807"/>
                  <a:pt x="5319" y="5758"/>
                </a:cubicBezTo>
                <a:lnTo>
                  <a:pt x="8490" y="3758"/>
                </a:lnTo>
                <a:cubicBezTo>
                  <a:pt x="8539" y="3758"/>
                  <a:pt x="8539" y="3660"/>
                  <a:pt x="8539" y="3611"/>
                </a:cubicBezTo>
                <a:lnTo>
                  <a:pt x="8539" y="3611"/>
                </a:lnTo>
                <a:lnTo>
                  <a:pt x="8539" y="3221"/>
                </a:lnTo>
                <a:lnTo>
                  <a:pt x="8539" y="3221"/>
                </a:lnTo>
                <a:cubicBezTo>
                  <a:pt x="8539" y="3172"/>
                  <a:pt x="8539" y="3123"/>
                  <a:pt x="8490" y="3075"/>
                </a:cubicBezTo>
                <a:lnTo>
                  <a:pt x="7075" y="2196"/>
                </a:lnTo>
                <a:lnTo>
                  <a:pt x="7075" y="2196"/>
                </a:lnTo>
                <a:lnTo>
                  <a:pt x="3611" y="99"/>
                </a:lnTo>
                <a:cubicBezTo>
                  <a:pt x="3465" y="1"/>
                  <a:pt x="3367" y="1"/>
                  <a:pt x="3270" y="99"/>
                </a:cubicBezTo>
                <a:lnTo>
                  <a:pt x="98" y="2050"/>
                </a:lnTo>
                <a:cubicBezTo>
                  <a:pt x="50" y="2099"/>
                  <a:pt x="1" y="2148"/>
                  <a:pt x="1" y="2196"/>
                </a:cubicBezTo>
                <a:lnTo>
                  <a:pt x="1" y="2196"/>
                </a:lnTo>
                <a:lnTo>
                  <a:pt x="1" y="2587"/>
                </a:lnTo>
                <a:lnTo>
                  <a:pt x="1" y="2587"/>
                </a:lnTo>
                <a:cubicBezTo>
                  <a:pt x="1" y="2684"/>
                  <a:pt x="50" y="2733"/>
                  <a:pt x="98" y="278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6721046" y="2380844"/>
            <a:ext cx="167058" cy="116456"/>
          </a:xfrm>
          <a:custGeom>
            <a:rect b="b" l="l" r="r" t="t"/>
            <a:pathLst>
              <a:path extrusionOk="0" h="4684" w="6782">
                <a:moveTo>
                  <a:pt x="98" y="1610"/>
                </a:moveTo>
                <a:lnTo>
                  <a:pt x="1952" y="2732"/>
                </a:lnTo>
                <a:lnTo>
                  <a:pt x="4976" y="4586"/>
                </a:lnTo>
                <a:cubicBezTo>
                  <a:pt x="5074" y="4684"/>
                  <a:pt x="5220" y="4684"/>
                  <a:pt x="5318" y="4586"/>
                </a:cubicBezTo>
                <a:lnTo>
                  <a:pt x="6733" y="3708"/>
                </a:lnTo>
                <a:cubicBezTo>
                  <a:pt x="6782" y="3708"/>
                  <a:pt x="6782" y="3659"/>
                  <a:pt x="6782" y="3562"/>
                </a:cubicBezTo>
                <a:lnTo>
                  <a:pt x="6782" y="3562"/>
                </a:lnTo>
                <a:lnTo>
                  <a:pt x="6782" y="3171"/>
                </a:lnTo>
                <a:lnTo>
                  <a:pt x="6782" y="3171"/>
                </a:lnTo>
                <a:cubicBezTo>
                  <a:pt x="6782" y="3123"/>
                  <a:pt x="6782" y="3074"/>
                  <a:pt x="6733" y="3025"/>
                </a:cubicBezTo>
                <a:lnTo>
                  <a:pt x="5318" y="2196"/>
                </a:lnTo>
                <a:lnTo>
                  <a:pt x="5318" y="2196"/>
                </a:lnTo>
                <a:lnTo>
                  <a:pt x="1854" y="49"/>
                </a:lnTo>
                <a:cubicBezTo>
                  <a:pt x="1756" y="0"/>
                  <a:pt x="1610" y="0"/>
                  <a:pt x="1513" y="49"/>
                </a:cubicBezTo>
                <a:lnTo>
                  <a:pt x="98" y="927"/>
                </a:lnTo>
                <a:cubicBezTo>
                  <a:pt x="49" y="927"/>
                  <a:pt x="0" y="1025"/>
                  <a:pt x="0" y="1073"/>
                </a:cubicBezTo>
                <a:lnTo>
                  <a:pt x="0" y="1073"/>
                </a:lnTo>
                <a:lnTo>
                  <a:pt x="0" y="1464"/>
                </a:lnTo>
                <a:lnTo>
                  <a:pt x="0" y="1464"/>
                </a:lnTo>
                <a:cubicBezTo>
                  <a:pt x="0" y="1513"/>
                  <a:pt x="49" y="1561"/>
                  <a:pt x="98" y="161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6584036" y="2652537"/>
            <a:ext cx="165851" cy="115274"/>
          </a:xfrm>
          <a:custGeom>
            <a:rect b="b" l="l" r="r" t="t"/>
            <a:pathLst>
              <a:path extrusionOk="0" h="4636" w="6733">
                <a:moveTo>
                  <a:pt x="49" y="2586"/>
                </a:moveTo>
                <a:lnTo>
                  <a:pt x="49" y="2586"/>
                </a:lnTo>
                <a:cubicBezTo>
                  <a:pt x="49" y="2635"/>
                  <a:pt x="49" y="2684"/>
                  <a:pt x="98" y="2733"/>
                </a:cubicBezTo>
                <a:lnTo>
                  <a:pt x="3123" y="4587"/>
                </a:lnTo>
                <a:cubicBezTo>
                  <a:pt x="3220" y="4635"/>
                  <a:pt x="3367" y="4635"/>
                  <a:pt x="3464" y="4587"/>
                </a:cubicBezTo>
                <a:lnTo>
                  <a:pt x="6635" y="2586"/>
                </a:lnTo>
                <a:cubicBezTo>
                  <a:pt x="6684" y="2586"/>
                  <a:pt x="6733" y="2489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5" y="1903"/>
                </a:cubicBezTo>
                <a:lnTo>
                  <a:pt x="3562" y="49"/>
                </a:lnTo>
                <a:cubicBezTo>
                  <a:pt x="3464" y="1"/>
                  <a:pt x="3367" y="1"/>
                  <a:pt x="3269" y="49"/>
                </a:cubicBezTo>
                <a:lnTo>
                  <a:pt x="98" y="2050"/>
                </a:lnTo>
                <a:cubicBezTo>
                  <a:pt x="49" y="2050"/>
                  <a:pt x="0" y="2098"/>
                  <a:pt x="0" y="2196"/>
                </a:cubicBezTo>
                <a:lnTo>
                  <a:pt x="0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6682569" y="2711982"/>
            <a:ext cx="164668" cy="115274"/>
          </a:xfrm>
          <a:custGeom>
            <a:rect b="b" l="l" r="r" t="t"/>
            <a:pathLst>
              <a:path extrusionOk="0" h="4636" w="6685">
                <a:moveTo>
                  <a:pt x="1" y="2635"/>
                </a:moveTo>
                <a:lnTo>
                  <a:pt x="1" y="2635"/>
                </a:lnTo>
                <a:cubicBezTo>
                  <a:pt x="1" y="2684"/>
                  <a:pt x="1" y="2732"/>
                  <a:pt x="50" y="2781"/>
                </a:cubicBezTo>
                <a:lnTo>
                  <a:pt x="3123" y="4586"/>
                </a:lnTo>
                <a:cubicBezTo>
                  <a:pt x="3221" y="4635"/>
                  <a:pt x="3367" y="4635"/>
                  <a:pt x="3465" y="4586"/>
                </a:cubicBezTo>
                <a:lnTo>
                  <a:pt x="6636" y="2635"/>
                </a:lnTo>
                <a:cubicBezTo>
                  <a:pt x="6685" y="2586"/>
                  <a:pt x="6685" y="2537"/>
                  <a:pt x="6685" y="2488"/>
                </a:cubicBezTo>
                <a:lnTo>
                  <a:pt x="6685" y="2488"/>
                </a:lnTo>
                <a:lnTo>
                  <a:pt x="6685" y="2098"/>
                </a:lnTo>
                <a:lnTo>
                  <a:pt x="6685" y="2098"/>
                </a:lnTo>
                <a:cubicBezTo>
                  <a:pt x="6685" y="2000"/>
                  <a:pt x="6685" y="1952"/>
                  <a:pt x="6636" y="1952"/>
                </a:cubicBezTo>
                <a:lnTo>
                  <a:pt x="3562" y="49"/>
                </a:lnTo>
                <a:cubicBezTo>
                  <a:pt x="3465" y="0"/>
                  <a:pt x="3318" y="0"/>
                  <a:pt x="3221" y="49"/>
                </a:cubicBezTo>
                <a:lnTo>
                  <a:pt x="50" y="2049"/>
                </a:lnTo>
                <a:cubicBezTo>
                  <a:pt x="1" y="2098"/>
                  <a:pt x="1" y="2147"/>
                  <a:pt x="1" y="2196"/>
                </a:cubicBezTo>
                <a:lnTo>
                  <a:pt x="1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6779920" y="2773839"/>
            <a:ext cx="165875" cy="115274"/>
          </a:xfrm>
          <a:custGeom>
            <a:rect b="b" l="l" r="r" t="t"/>
            <a:pathLst>
              <a:path extrusionOk="0" h="4636" w="6734">
                <a:moveTo>
                  <a:pt x="1" y="2586"/>
                </a:moveTo>
                <a:lnTo>
                  <a:pt x="1" y="2586"/>
                </a:lnTo>
                <a:cubicBezTo>
                  <a:pt x="1" y="2635"/>
                  <a:pt x="1" y="2684"/>
                  <a:pt x="98" y="2732"/>
                </a:cubicBezTo>
                <a:lnTo>
                  <a:pt x="3123" y="4586"/>
                </a:lnTo>
                <a:cubicBezTo>
                  <a:pt x="3221" y="4635"/>
                  <a:pt x="3367" y="4635"/>
                  <a:pt x="3465" y="4586"/>
                </a:cubicBezTo>
                <a:lnTo>
                  <a:pt x="6636" y="2586"/>
                </a:lnTo>
                <a:cubicBezTo>
                  <a:pt x="6685" y="2537"/>
                  <a:pt x="6733" y="2489"/>
                  <a:pt x="6733" y="2440"/>
                </a:cubicBezTo>
                <a:lnTo>
                  <a:pt x="6733" y="2440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1"/>
                  <a:pt x="6685" y="1952"/>
                  <a:pt x="6636" y="1903"/>
                </a:cubicBezTo>
                <a:lnTo>
                  <a:pt x="3562" y="98"/>
                </a:lnTo>
                <a:cubicBezTo>
                  <a:pt x="3465" y="0"/>
                  <a:pt x="3367" y="0"/>
                  <a:pt x="3269" y="98"/>
                </a:cubicBezTo>
                <a:lnTo>
                  <a:pt x="98" y="2049"/>
                </a:lnTo>
                <a:cubicBezTo>
                  <a:pt x="49" y="2098"/>
                  <a:pt x="1" y="2147"/>
                  <a:pt x="1" y="2196"/>
                </a:cubicBezTo>
                <a:lnTo>
                  <a:pt x="1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6877270" y="2833260"/>
            <a:ext cx="165875" cy="115274"/>
          </a:xfrm>
          <a:custGeom>
            <a:rect b="b" l="l" r="r" t="t"/>
            <a:pathLst>
              <a:path extrusionOk="0" h="4636" w="6734">
                <a:moveTo>
                  <a:pt x="98" y="2733"/>
                </a:moveTo>
                <a:lnTo>
                  <a:pt x="3123" y="4587"/>
                </a:lnTo>
                <a:cubicBezTo>
                  <a:pt x="3221" y="4636"/>
                  <a:pt x="3367" y="4636"/>
                  <a:pt x="3464" y="4587"/>
                </a:cubicBezTo>
                <a:lnTo>
                  <a:pt x="6636" y="2587"/>
                </a:lnTo>
                <a:cubicBezTo>
                  <a:pt x="6684" y="2587"/>
                  <a:pt x="6733" y="2538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6" y="1904"/>
                </a:cubicBezTo>
                <a:lnTo>
                  <a:pt x="3611" y="50"/>
                </a:lnTo>
                <a:cubicBezTo>
                  <a:pt x="3464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50"/>
                  <a:pt x="1" y="2148"/>
                  <a:pt x="1" y="2196"/>
                </a:cubicBezTo>
                <a:lnTo>
                  <a:pt x="1" y="2196"/>
                </a:lnTo>
                <a:lnTo>
                  <a:pt x="1" y="2587"/>
                </a:lnTo>
                <a:lnTo>
                  <a:pt x="1" y="2587"/>
                </a:lnTo>
                <a:cubicBezTo>
                  <a:pt x="1" y="2635"/>
                  <a:pt x="49" y="2733"/>
                  <a:pt x="98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6974621" y="2893923"/>
            <a:ext cx="165875" cy="116468"/>
          </a:xfrm>
          <a:custGeom>
            <a:rect b="b" l="l" r="r" t="t"/>
            <a:pathLst>
              <a:path extrusionOk="0" h="4684" w="6734">
                <a:moveTo>
                  <a:pt x="98" y="2732"/>
                </a:moveTo>
                <a:lnTo>
                  <a:pt x="3123" y="4635"/>
                </a:lnTo>
                <a:cubicBezTo>
                  <a:pt x="3220" y="4684"/>
                  <a:pt x="3367" y="4684"/>
                  <a:pt x="3464" y="4635"/>
                </a:cubicBezTo>
                <a:lnTo>
                  <a:pt x="6635" y="2635"/>
                </a:lnTo>
                <a:cubicBezTo>
                  <a:pt x="6684" y="2586"/>
                  <a:pt x="6733" y="2537"/>
                  <a:pt x="6733" y="2489"/>
                </a:cubicBezTo>
                <a:lnTo>
                  <a:pt x="6733" y="2489"/>
                </a:lnTo>
                <a:lnTo>
                  <a:pt x="6733" y="2098"/>
                </a:lnTo>
                <a:lnTo>
                  <a:pt x="6733" y="2098"/>
                </a:lnTo>
                <a:cubicBezTo>
                  <a:pt x="6733" y="2049"/>
                  <a:pt x="6684" y="1952"/>
                  <a:pt x="6635" y="1952"/>
                </a:cubicBezTo>
                <a:lnTo>
                  <a:pt x="3611" y="98"/>
                </a:lnTo>
                <a:cubicBezTo>
                  <a:pt x="3513" y="0"/>
                  <a:pt x="3367" y="0"/>
                  <a:pt x="3269" y="98"/>
                </a:cubicBezTo>
                <a:lnTo>
                  <a:pt x="98" y="2049"/>
                </a:lnTo>
                <a:cubicBezTo>
                  <a:pt x="49" y="2098"/>
                  <a:pt x="0" y="2147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84"/>
                  <a:pt x="49" y="2732"/>
                  <a:pt x="98" y="273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7071972" y="2954562"/>
            <a:ext cx="165851" cy="116493"/>
          </a:xfrm>
          <a:custGeom>
            <a:rect b="b" l="l" r="r" t="t"/>
            <a:pathLst>
              <a:path extrusionOk="0" h="4685" w="6733">
                <a:moveTo>
                  <a:pt x="98" y="2733"/>
                </a:moveTo>
                <a:lnTo>
                  <a:pt x="3171" y="4587"/>
                </a:lnTo>
                <a:cubicBezTo>
                  <a:pt x="3269" y="4684"/>
                  <a:pt x="3366" y="4684"/>
                  <a:pt x="3464" y="4587"/>
                </a:cubicBezTo>
                <a:lnTo>
                  <a:pt x="6635" y="2635"/>
                </a:lnTo>
                <a:cubicBezTo>
                  <a:pt x="6684" y="2586"/>
                  <a:pt x="6733" y="2538"/>
                  <a:pt x="6733" y="2489"/>
                </a:cubicBezTo>
                <a:lnTo>
                  <a:pt x="6733" y="2489"/>
                </a:lnTo>
                <a:lnTo>
                  <a:pt x="6733" y="2099"/>
                </a:lnTo>
                <a:lnTo>
                  <a:pt x="6733" y="2099"/>
                </a:lnTo>
                <a:cubicBezTo>
                  <a:pt x="6733" y="2001"/>
                  <a:pt x="6684" y="1952"/>
                  <a:pt x="6635" y="1952"/>
                </a:cubicBezTo>
                <a:lnTo>
                  <a:pt x="3610" y="98"/>
                </a:lnTo>
                <a:cubicBezTo>
                  <a:pt x="3513" y="1"/>
                  <a:pt x="3366" y="1"/>
                  <a:pt x="3269" y="98"/>
                </a:cubicBezTo>
                <a:lnTo>
                  <a:pt x="98" y="2050"/>
                </a:lnTo>
                <a:cubicBezTo>
                  <a:pt x="49" y="2099"/>
                  <a:pt x="0" y="2147"/>
                  <a:pt x="49" y="2196"/>
                </a:cubicBezTo>
                <a:lnTo>
                  <a:pt x="49" y="2196"/>
                </a:lnTo>
                <a:lnTo>
                  <a:pt x="49" y="2586"/>
                </a:lnTo>
                <a:lnTo>
                  <a:pt x="49" y="2586"/>
                </a:lnTo>
                <a:cubicBezTo>
                  <a:pt x="49" y="2635"/>
                  <a:pt x="49" y="2733"/>
                  <a:pt x="98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7169298" y="3015226"/>
            <a:ext cx="165875" cy="116468"/>
          </a:xfrm>
          <a:custGeom>
            <a:rect b="b" l="l" r="r" t="t"/>
            <a:pathLst>
              <a:path extrusionOk="0" h="4684" w="6734">
                <a:moveTo>
                  <a:pt x="99" y="2732"/>
                </a:moveTo>
                <a:lnTo>
                  <a:pt x="3172" y="4586"/>
                </a:lnTo>
                <a:cubicBezTo>
                  <a:pt x="3270" y="4684"/>
                  <a:pt x="3367" y="4684"/>
                  <a:pt x="3514" y="4586"/>
                </a:cubicBezTo>
                <a:lnTo>
                  <a:pt x="6685" y="2635"/>
                </a:lnTo>
                <a:cubicBezTo>
                  <a:pt x="6734" y="2586"/>
                  <a:pt x="6734" y="2537"/>
                  <a:pt x="6734" y="2488"/>
                </a:cubicBezTo>
                <a:lnTo>
                  <a:pt x="6734" y="2488"/>
                </a:lnTo>
                <a:lnTo>
                  <a:pt x="6734" y="2098"/>
                </a:lnTo>
                <a:lnTo>
                  <a:pt x="6734" y="2098"/>
                </a:lnTo>
                <a:cubicBezTo>
                  <a:pt x="6734" y="2000"/>
                  <a:pt x="6734" y="1952"/>
                  <a:pt x="6685" y="1952"/>
                </a:cubicBezTo>
                <a:lnTo>
                  <a:pt x="3611" y="49"/>
                </a:lnTo>
                <a:cubicBezTo>
                  <a:pt x="3514" y="0"/>
                  <a:pt x="3367" y="0"/>
                  <a:pt x="3270" y="49"/>
                </a:cubicBezTo>
                <a:lnTo>
                  <a:pt x="99" y="2049"/>
                </a:lnTo>
                <a:cubicBezTo>
                  <a:pt x="50" y="2098"/>
                  <a:pt x="1" y="2147"/>
                  <a:pt x="50" y="2196"/>
                </a:cubicBezTo>
                <a:lnTo>
                  <a:pt x="50" y="2196"/>
                </a:lnTo>
                <a:lnTo>
                  <a:pt x="50" y="2586"/>
                </a:lnTo>
                <a:lnTo>
                  <a:pt x="50" y="2586"/>
                </a:lnTo>
                <a:cubicBezTo>
                  <a:pt x="50" y="2635"/>
                  <a:pt x="50" y="2732"/>
                  <a:pt x="99" y="273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7267856" y="3075864"/>
            <a:ext cx="164668" cy="115274"/>
          </a:xfrm>
          <a:custGeom>
            <a:rect b="b" l="l" r="r" t="t"/>
            <a:pathLst>
              <a:path extrusionOk="0" h="4636" w="6685">
                <a:moveTo>
                  <a:pt x="49" y="2733"/>
                </a:moveTo>
                <a:lnTo>
                  <a:pt x="3123" y="4587"/>
                </a:lnTo>
                <a:cubicBezTo>
                  <a:pt x="3221" y="4635"/>
                  <a:pt x="3367" y="4635"/>
                  <a:pt x="3464" y="4587"/>
                </a:cubicBezTo>
                <a:lnTo>
                  <a:pt x="6636" y="2635"/>
                </a:lnTo>
                <a:cubicBezTo>
                  <a:pt x="6684" y="2586"/>
                  <a:pt x="6684" y="2537"/>
                  <a:pt x="6684" y="2489"/>
                </a:cubicBezTo>
                <a:lnTo>
                  <a:pt x="6684" y="2489"/>
                </a:lnTo>
                <a:lnTo>
                  <a:pt x="6684" y="2098"/>
                </a:lnTo>
                <a:lnTo>
                  <a:pt x="6684" y="2098"/>
                </a:lnTo>
                <a:cubicBezTo>
                  <a:pt x="6684" y="2001"/>
                  <a:pt x="6684" y="1952"/>
                  <a:pt x="6636" y="1952"/>
                </a:cubicBezTo>
                <a:lnTo>
                  <a:pt x="3562" y="49"/>
                </a:lnTo>
                <a:cubicBezTo>
                  <a:pt x="3464" y="1"/>
                  <a:pt x="3318" y="1"/>
                  <a:pt x="3221" y="49"/>
                </a:cubicBezTo>
                <a:lnTo>
                  <a:pt x="49" y="2050"/>
                </a:lnTo>
                <a:cubicBezTo>
                  <a:pt x="1" y="2098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1" y="2684"/>
                  <a:pt x="49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7364000" y="3135310"/>
            <a:ext cx="165875" cy="116468"/>
          </a:xfrm>
          <a:custGeom>
            <a:rect b="b" l="l" r="r" t="t"/>
            <a:pathLst>
              <a:path extrusionOk="0" h="4684" w="6734">
                <a:moveTo>
                  <a:pt x="147" y="2781"/>
                </a:moveTo>
                <a:lnTo>
                  <a:pt x="3172" y="4586"/>
                </a:lnTo>
                <a:cubicBezTo>
                  <a:pt x="3269" y="4684"/>
                  <a:pt x="3367" y="4684"/>
                  <a:pt x="3464" y="4586"/>
                </a:cubicBezTo>
                <a:lnTo>
                  <a:pt x="6636" y="2635"/>
                </a:lnTo>
                <a:cubicBezTo>
                  <a:pt x="6684" y="2586"/>
                  <a:pt x="6733" y="2537"/>
                  <a:pt x="6733" y="2488"/>
                </a:cubicBezTo>
                <a:lnTo>
                  <a:pt x="6733" y="2488"/>
                </a:lnTo>
                <a:lnTo>
                  <a:pt x="6733" y="2098"/>
                </a:lnTo>
                <a:lnTo>
                  <a:pt x="6733" y="2098"/>
                </a:lnTo>
                <a:cubicBezTo>
                  <a:pt x="6733" y="2049"/>
                  <a:pt x="6684" y="1952"/>
                  <a:pt x="6636" y="1952"/>
                </a:cubicBezTo>
                <a:lnTo>
                  <a:pt x="3611" y="98"/>
                </a:lnTo>
                <a:cubicBezTo>
                  <a:pt x="3513" y="0"/>
                  <a:pt x="3367" y="0"/>
                  <a:pt x="3269" y="98"/>
                </a:cubicBezTo>
                <a:lnTo>
                  <a:pt x="98" y="2049"/>
                </a:lnTo>
                <a:cubicBezTo>
                  <a:pt x="49" y="2098"/>
                  <a:pt x="1" y="2147"/>
                  <a:pt x="49" y="2196"/>
                </a:cubicBezTo>
                <a:lnTo>
                  <a:pt x="49" y="2196"/>
                </a:lnTo>
                <a:lnTo>
                  <a:pt x="49" y="2586"/>
                </a:lnTo>
                <a:lnTo>
                  <a:pt x="49" y="2586"/>
                </a:lnTo>
                <a:cubicBezTo>
                  <a:pt x="1" y="2683"/>
                  <a:pt x="49" y="2732"/>
                  <a:pt x="147" y="27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7461350" y="3197167"/>
            <a:ext cx="165875" cy="115274"/>
          </a:xfrm>
          <a:custGeom>
            <a:rect b="b" l="l" r="r" t="t"/>
            <a:pathLst>
              <a:path extrusionOk="0" h="4636" w="6734">
                <a:moveTo>
                  <a:pt x="3513" y="4586"/>
                </a:moveTo>
                <a:lnTo>
                  <a:pt x="6684" y="2586"/>
                </a:lnTo>
                <a:cubicBezTo>
                  <a:pt x="6733" y="2586"/>
                  <a:pt x="6733" y="2537"/>
                  <a:pt x="6733" y="2440"/>
                </a:cubicBezTo>
                <a:lnTo>
                  <a:pt x="6733" y="2440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1"/>
                  <a:pt x="6733" y="1952"/>
                  <a:pt x="6684" y="1903"/>
                </a:cubicBezTo>
                <a:lnTo>
                  <a:pt x="3611" y="98"/>
                </a:lnTo>
                <a:cubicBezTo>
                  <a:pt x="3513" y="0"/>
                  <a:pt x="3367" y="0"/>
                  <a:pt x="3269" y="98"/>
                </a:cubicBezTo>
                <a:lnTo>
                  <a:pt x="98" y="2049"/>
                </a:lnTo>
                <a:cubicBezTo>
                  <a:pt x="49" y="2098"/>
                  <a:pt x="0" y="2147"/>
                  <a:pt x="49" y="2245"/>
                </a:cubicBezTo>
                <a:lnTo>
                  <a:pt x="49" y="2245"/>
                </a:lnTo>
                <a:lnTo>
                  <a:pt x="49" y="2586"/>
                </a:lnTo>
                <a:lnTo>
                  <a:pt x="49" y="2586"/>
                </a:lnTo>
                <a:cubicBezTo>
                  <a:pt x="49" y="2684"/>
                  <a:pt x="49" y="2732"/>
                  <a:pt x="98" y="2781"/>
                </a:cubicBezTo>
                <a:lnTo>
                  <a:pt x="3172" y="4586"/>
                </a:lnTo>
                <a:cubicBezTo>
                  <a:pt x="3269" y="4635"/>
                  <a:pt x="3367" y="4635"/>
                  <a:pt x="3513" y="458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6416973" y="2547022"/>
            <a:ext cx="234378" cy="160155"/>
          </a:xfrm>
          <a:custGeom>
            <a:rect b="b" l="l" r="r" t="t"/>
            <a:pathLst>
              <a:path extrusionOk="0" h="6441" w="9515">
                <a:moveTo>
                  <a:pt x="50" y="2781"/>
                </a:moveTo>
                <a:lnTo>
                  <a:pt x="1904" y="3903"/>
                </a:lnTo>
                <a:lnTo>
                  <a:pt x="5953" y="6391"/>
                </a:lnTo>
                <a:cubicBezTo>
                  <a:pt x="6050" y="6440"/>
                  <a:pt x="6148" y="6440"/>
                  <a:pt x="6294" y="6391"/>
                </a:cubicBezTo>
                <a:lnTo>
                  <a:pt x="9417" y="4391"/>
                </a:lnTo>
                <a:cubicBezTo>
                  <a:pt x="9514" y="4342"/>
                  <a:pt x="9514" y="4293"/>
                  <a:pt x="9514" y="4245"/>
                </a:cubicBezTo>
                <a:lnTo>
                  <a:pt x="9514" y="4245"/>
                </a:lnTo>
                <a:lnTo>
                  <a:pt x="9514" y="3854"/>
                </a:lnTo>
                <a:lnTo>
                  <a:pt x="9514" y="3854"/>
                </a:lnTo>
                <a:cubicBezTo>
                  <a:pt x="9514" y="3805"/>
                  <a:pt x="9514" y="3757"/>
                  <a:pt x="9417" y="3708"/>
                </a:cubicBezTo>
                <a:lnTo>
                  <a:pt x="7026" y="2196"/>
                </a:lnTo>
                <a:lnTo>
                  <a:pt x="7026" y="2196"/>
                </a:lnTo>
                <a:lnTo>
                  <a:pt x="3562" y="98"/>
                </a:lnTo>
                <a:cubicBezTo>
                  <a:pt x="3465" y="0"/>
                  <a:pt x="3318" y="0"/>
                  <a:pt x="3221" y="98"/>
                </a:cubicBezTo>
                <a:lnTo>
                  <a:pt x="50" y="2049"/>
                </a:lnTo>
                <a:cubicBezTo>
                  <a:pt x="1" y="2098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83"/>
                  <a:pt x="1" y="2732"/>
                  <a:pt x="50" y="27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6526345" y="2743508"/>
            <a:ext cx="165875" cy="116493"/>
          </a:xfrm>
          <a:custGeom>
            <a:rect b="b" l="l" r="r" t="t"/>
            <a:pathLst>
              <a:path extrusionOk="0" h="4685" w="6734">
                <a:moveTo>
                  <a:pt x="0" y="2635"/>
                </a:moveTo>
                <a:lnTo>
                  <a:pt x="0" y="2635"/>
                </a:lnTo>
                <a:cubicBezTo>
                  <a:pt x="0" y="2684"/>
                  <a:pt x="0" y="2733"/>
                  <a:pt x="98" y="2782"/>
                </a:cubicBezTo>
                <a:lnTo>
                  <a:pt x="3123" y="4635"/>
                </a:lnTo>
                <a:cubicBezTo>
                  <a:pt x="3220" y="4684"/>
                  <a:pt x="3367" y="4684"/>
                  <a:pt x="3464" y="4635"/>
                </a:cubicBezTo>
                <a:lnTo>
                  <a:pt x="6636" y="2635"/>
                </a:lnTo>
                <a:cubicBezTo>
                  <a:pt x="6684" y="2586"/>
                  <a:pt x="6684" y="2538"/>
                  <a:pt x="6733" y="2489"/>
                </a:cubicBezTo>
                <a:lnTo>
                  <a:pt x="6733" y="2489"/>
                </a:lnTo>
                <a:lnTo>
                  <a:pt x="6733" y="2099"/>
                </a:lnTo>
                <a:lnTo>
                  <a:pt x="6733" y="2099"/>
                </a:lnTo>
                <a:cubicBezTo>
                  <a:pt x="6684" y="2050"/>
                  <a:pt x="6684" y="1952"/>
                  <a:pt x="6636" y="1952"/>
                </a:cubicBezTo>
                <a:lnTo>
                  <a:pt x="3562" y="98"/>
                </a:lnTo>
                <a:cubicBezTo>
                  <a:pt x="3464" y="1"/>
                  <a:pt x="3367" y="1"/>
                  <a:pt x="3269" y="98"/>
                </a:cubicBezTo>
                <a:lnTo>
                  <a:pt x="98" y="2050"/>
                </a:lnTo>
                <a:cubicBezTo>
                  <a:pt x="0" y="2099"/>
                  <a:pt x="0" y="2147"/>
                  <a:pt x="0" y="2196"/>
                </a:cubicBezTo>
                <a:lnTo>
                  <a:pt x="0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6623695" y="2805364"/>
            <a:ext cx="165851" cy="115274"/>
          </a:xfrm>
          <a:custGeom>
            <a:rect b="b" l="l" r="r" t="t"/>
            <a:pathLst>
              <a:path extrusionOk="0" h="4636" w="6733">
                <a:moveTo>
                  <a:pt x="98" y="2733"/>
                </a:moveTo>
                <a:lnTo>
                  <a:pt x="3123" y="4587"/>
                </a:lnTo>
                <a:cubicBezTo>
                  <a:pt x="3220" y="4636"/>
                  <a:pt x="3367" y="4636"/>
                  <a:pt x="3464" y="4587"/>
                </a:cubicBezTo>
                <a:lnTo>
                  <a:pt x="6635" y="2587"/>
                </a:lnTo>
                <a:cubicBezTo>
                  <a:pt x="6684" y="2587"/>
                  <a:pt x="6733" y="2538"/>
                  <a:pt x="6733" y="2440"/>
                </a:cubicBezTo>
                <a:lnTo>
                  <a:pt x="6733" y="2440"/>
                </a:lnTo>
                <a:lnTo>
                  <a:pt x="6733" y="2050"/>
                </a:lnTo>
                <a:lnTo>
                  <a:pt x="6733" y="2050"/>
                </a:lnTo>
                <a:cubicBezTo>
                  <a:pt x="6733" y="2001"/>
                  <a:pt x="6684" y="1952"/>
                  <a:pt x="6635" y="1904"/>
                </a:cubicBezTo>
                <a:lnTo>
                  <a:pt x="3611" y="50"/>
                </a:lnTo>
                <a:cubicBezTo>
                  <a:pt x="3513" y="1"/>
                  <a:pt x="3367" y="1"/>
                  <a:pt x="3269" y="50"/>
                </a:cubicBezTo>
                <a:lnTo>
                  <a:pt x="98" y="2050"/>
                </a:lnTo>
                <a:cubicBezTo>
                  <a:pt x="49" y="2050"/>
                  <a:pt x="0" y="2147"/>
                  <a:pt x="0" y="2196"/>
                </a:cubicBezTo>
                <a:lnTo>
                  <a:pt x="0" y="2196"/>
                </a:lnTo>
                <a:lnTo>
                  <a:pt x="0" y="2587"/>
                </a:lnTo>
                <a:lnTo>
                  <a:pt x="0" y="2587"/>
                </a:lnTo>
                <a:cubicBezTo>
                  <a:pt x="0" y="2635"/>
                  <a:pt x="49" y="2684"/>
                  <a:pt x="98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6721046" y="2866028"/>
            <a:ext cx="165851" cy="115274"/>
          </a:xfrm>
          <a:custGeom>
            <a:rect b="b" l="l" r="r" t="t"/>
            <a:pathLst>
              <a:path extrusionOk="0" h="4636" w="6733">
                <a:moveTo>
                  <a:pt x="0" y="2586"/>
                </a:moveTo>
                <a:lnTo>
                  <a:pt x="0" y="2586"/>
                </a:lnTo>
                <a:cubicBezTo>
                  <a:pt x="0" y="2635"/>
                  <a:pt x="49" y="2684"/>
                  <a:pt x="98" y="2732"/>
                </a:cubicBezTo>
                <a:lnTo>
                  <a:pt x="3171" y="4586"/>
                </a:lnTo>
                <a:cubicBezTo>
                  <a:pt x="3269" y="4635"/>
                  <a:pt x="3366" y="4635"/>
                  <a:pt x="3464" y="4586"/>
                </a:cubicBezTo>
                <a:lnTo>
                  <a:pt x="6635" y="2586"/>
                </a:lnTo>
                <a:cubicBezTo>
                  <a:pt x="6684" y="2586"/>
                  <a:pt x="6733" y="2488"/>
                  <a:pt x="6733" y="2440"/>
                </a:cubicBezTo>
                <a:lnTo>
                  <a:pt x="6733" y="2440"/>
                </a:lnTo>
                <a:lnTo>
                  <a:pt x="6733" y="2049"/>
                </a:lnTo>
                <a:lnTo>
                  <a:pt x="6733" y="2049"/>
                </a:lnTo>
                <a:cubicBezTo>
                  <a:pt x="6733" y="2001"/>
                  <a:pt x="6684" y="1952"/>
                  <a:pt x="6635" y="1903"/>
                </a:cubicBezTo>
                <a:lnTo>
                  <a:pt x="3610" y="49"/>
                </a:lnTo>
                <a:cubicBezTo>
                  <a:pt x="3513" y="0"/>
                  <a:pt x="3366" y="0"/>
                  <a:pt x="3269" y="49"/>
                </a:cubicBezTo>
                <a:lnTo>
                  <a:pt x="98" y="2049"/>
                </a:lnTo>
                <a:cubicBezTo>
                  <a:pt x="49" y="2049"/>
                  <a:pt x="0" y="2098"/>
                  <a:pt x="0" y="2196"/>
                </a:cubicBezTo>
                <a:lnTo>
                  <a:pt x="0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6818372" y="2926667"/>
            <a:ext cx="165875" cy="115274"/>
          </a:xfrm>
          <a:custGeom>
            <a:rect b="b" l="l" r="r" t="t"/>
            <a:pathLst>
              <a:path extrusionOk="0" h="4636" w="6734">
                <a:moveTo>
                  <a:pt x="50" y="2586"/>
                </a:moveTo>
                <a:lnTo>
                  <a:pt x="50" y="2586"/>
                </a:lnTo>
                <a:cubicBezTo>
                  <a:pt x="1" y="2635"/>
                  <a:pt x="50" y="2684"/>
                  <a:pt x="98" y="2733"/>
                </a:cubicBezTo>
                <a:lnTo>
                  <a:pt x="3172" y="4587"/>
                </a:lnTo>
                <a:cubicBezTo>
                  <a:pt x="3270" y="4635"/>
                  <a:pt x="3367" y="4635"/>
                  <a:pt x="3514" y="4587"/>
                </a:cubicBezTo>
                <a:lnTo>
                  <a:pt x="6636" y="2586"/>
                </a:lnTo>
                <a:cubicBezTo>
                  <a:pt x="6685" y="2586"/>
                  <a:pt x="6734" y="2489"/>
                  <a:pt x="6734" y="2440"/>
                </a:cubicBezTo>
                <a:lnTo>
                  <a:pt x="6734" y="2440"/>
                </a:lnTo>
                <a:lnTo>
                  <a:pt x="6734" y="2050"/>
                </a:lnTo>
                <a:lnTo>
                  <a:pt x="6734" y="2050"/>
                </a:lnTo>
                <a:cubicBezTo>
                  <a:pt x="6734" y="2001"/>
                  <a:pt x="6685" y="1952"/>
                  <a:pt x="6636" y="1903"/>
                </a:cubicBezTo>
                <a:lnTo>
                  <a:pt x="3611" y="49"/>
                </a:lnTo>
                <a:cubicBezTo>
                  <a:pt x="3514" y="1"/>
                  <a:pt x="3367" y="1"/>
                  <a:pt x="3270" y="49"/>
                </a:cubicBezTo>
                <a:lnTo>
                  <a:pt x="98" y="2050"/>
                </a:lnTo>
                <a:cubicBezTo>
                  <a:pt x="50" y="2050"/>
                  <a:pt x="1" y="2098"/>
                  <a:pt x="50" y="2196"/>
                </a:cubicBezTo>
                <a:lnTo>
                  <a:pt x="50" y="21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6916930" y="2986112"/>
            <a:ext cx="164668" cy="116468"/>
          </a:xfrm>
          <a:custGeom>
            <a:rect b="b" l="l" r="r" t="t"/>
            <a:pathLst>
              <a:path extrusionOk="0" h="4684" w="6685">
                <a:moveTo>
                  <a:pt x="98" y="2781"/>
                </a:moveTo>
                <a:lnTo>
                  <a:pt x="3074" y="4635"/>
                </a:lnTo>
                <a:cubicBezTo>
                  <a:pt x="3221" y="4684"/>
                  <a:pt x="3318" y="4684"/>
                  <a:pt x="3416" y="4635"/>
                </a:cubicBezTo>
                <a:lnTo>
                  <a:pt x="6587" y="2635"/>
                </a:lnTo>
                <a:cubicBezTo>
                  <a:pt x="6636" y="2586"/>
                  <a:pt x="6684" y="2537"/>
                  <a:pt x="6684" y="2488"/>
                </a:cubicBezTo>
                <a:lnTo>
                  <a:pt x="6684" y="2488"/>
                </a:lnTo>
                <a:lnTo>
                  <a:pt x="6684" y="2098"/>
                </a:lnTo>
                <a:lnTo>
                  <a:pt x="6684" y="2098"/>
                </a:lnTo>
                <a:cubicBezTo>
                  <a:pt x="6684" y="2049"/>
                  <a:pt x="6636" y="2001"/>
                  <a:pt x="6587" y="1952"/>
                </a:cubicBezTo>
                <a:lnTo>
                  <a:pt x="3562" y="98"/>
                </a:lnTo>
                <a:cubicBezTo>
                  <a:pt x="3464" y="0"/>
                  <a:pt x="3318" y="0"/>
                  <a:pt x="3221" y="98"/>
                </a:cubicBezTo>
                <a:lnTo>
                  <a:pt x="98" y="2049"/>
                </a:lnTo>
                <a:cubicBezTo>
                  <a:pt x="1" y="2098"/>
                  <a:pt x="1" y="2147"/>
                  <a:pt x="1" y="2244"/>
                </a:cubicBezTo>
                <a:lnTo>
                  <a:pt x="1" y="2244"/>
                </a:lnTo>
                <a:lnTo>
                  <a:pt x="1" y="2635"/>
                </a:lnTo>
                <a:lnTo>
                  <a:pt x="1" y="2635"/>
                </a:lnTo>
                <a:cubicBezTo>
                  <a:pt x="1" y="2684"/>
                  <a:pt x="49" y="2732"/>
                  <a:pt x="98" y="27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7014281" y="3047969"/>
            <a:ext cx="165875" cy="114056"/>
          </a:xfrm>
          <a:custGeom>
            <a:rect b="b" l="l" r="r" t="t"/>
            <a:pathLst>
              <a:path extrusionOk="0" h="4587" w="6734">
                <a:moveTo>
                  <a:pt x="98" y="2732"/>
                </a:moveTo>
                <a:lnTo>
                  <a:pt x="3123" y="4538"/>
                </a:lnTo>
                <a:cubicBezTo>
                  <a:pt x="3220" y="4586"/>
                  <a:pt x="3367" y="4586"/>
                  <a:pt x="3464" y="4538"/>
                </a:cubicBezTo>
                <a:lnTo>
                  <a:pt x="6635" y="2586"/>
                </a:lnTo>
                <a:cubicBezTo>
                  <a:pt x="6684" y="2537"/>
                  <a:pt x="6684" y="2489"/>
                  <a:pt x="6733" y="2440"/>
                </a:cubicBezTo>
                <a:lnTo>
                  <a:pt x="6733" y="2440"/>
                </a:lnTo>
                <a:lnTo>
                  <a:pt x="6733" y="2001"/>
                </a:lnTo>
                <a:lnTo>
                  <a:pt x="6733" y="2001"/>
                </a:lnTo>
                <a:cubicBezTo>
                  <a:pt x="6684" y="1952"/>
                  <a:pt x="6684" y="1903"/>
                  <a:pt x="6635" y="1854"/>
                </a:cubicBezTo>
                <a:lnTo>
                  <a:pt x="3562" y="49"/>
                </a:lnTo>
                <a:cubicBezTo>
                  <a:pt x="3464" y="0"/>
                  <a:pt x="3318" y="0"/>
                  <a:pt x="3220" y="49"/>
                </a:cubicBezTo>
                <a:lnTo>
                  <a:pt x="98" y="2001"/>
                </a:lnTo>
                <a:cubicBezTo>
                  <a:pt x="0" y="2049"/>
                  <a:pt x="0" y="2098"/>
                  <a:pt x="0" y="2196"/>
                </a:cubicBezTo>
                <a:lnTo>
                  <a:pt x="0" y="2196"/>
                </a:lnTo>
                <a:lnTo>
                  <a:pt x="0" y="2586"/>
                </a:lnTo>
                <a:lnTo>
                  <a:pt x="0" y="2586"/>
                </a:lnTo>
                <a:cubicBezTo>
                  <a:pt x="0" y="2635"/>
                  <a:pt x="49" y="2684"/>
                  <a:pt x="98" y="273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7112814" y="3107389"/>
            <a:ext cx="164668" cy="115274"/>
          </a:xfrm>
          <a:custGeom>
            <a:rect b="b" l="l" r="r" t="t"/>
            <a:pathLst>
              <a:path extrusionOk="0" h="4636" w="6685">
                <a:moveTo>
                  <a:pt x="50" y="2733"/>
                </a:moveTo>
                <a:lnTo>
                  <a:pt x="3123" y="4587"/>
                </a:lnTo>
                <a:cubicBezTo>
                  <a:pt x="3221" y="4636"/>
                  <a:pt x="3318" y="4636"/>
                  <a:pt x="3465" y="4587"/>
                </a:cubicBezTo>
                <a:lnTo>
                  <a:pt x="6636" y="2587"/>
                </a:lnTo>
                <a:cubicBezTo>
                  <a:pt x="6636" y="2587"/>
                  <a:pt x="6685" y="2489"/>
                  <a:pt x="6685" y="2440"/>
                </a:cubicBezTo>
                <a:lnTo>
                  <a:pt x="6685" y="2440"/>
                </a:lnTo>
                <a:lnTo>
                  <a:pt x="6685" y="2050"/>
                </a:lnTo>
                <a:lnTo>
                  <a:pt x="6685" y="2050"/>
                </a:lnTo>
                <a:cubicBezTo>
                  <a:pt x="6685" y="2001"/>
                  <a:pt x="6636" y="1952"/>
                  <a:pt x="6636" y="1904"/>
                </a:cubicBezTo>
                <a:lnTo>
                  <a:pt x="3562" y="99"/>
                </a:lnTo>
                <a:cubicBezTo>
                  <a:pt x="3465" y="1"/>
                  <a:pt x="3318" y="1"/>
                  <a:pt x="3221" y="99"/>
                </a:cubicBezTo>
                <a:lnTo>
                  <a:pt x="50" y="2050"/>
                </a:lnTo>
                <a:cubicBezTo>
                  <a:pt x="1" y="2099"/>
                  <a:pt x="1" y="2148"/>
                  <a:pt x="1" y="2196"/>
                </a:cubicBezTo>
                <a:lnTo>
                  <a:pt x="1" y="2196"/>
                </a:lnTo>
                <a:lnTo>
                  <a:pt x="1" y="2587"/>
                </a:lnTo>
                <a:lnTo>
                  <a:pt x="1" y="2587"/>
                </a:lnTo>
                <a:cubicBezTo>
                  <a:pt x="1" y="2684"/>
                  <a:pt x="1" y="2733"/>
                  <a:pt x="50" y="27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7208958" y="3168053"/>
            <a:ext cx="165875" cy="116468"/>
          </a:xfrm>
          <a:custGeom>
            <a:rect b="b" l="l" r="r" t="t"/>
            <a:pathLst>
              <a:path extrusionOk="0" h="4684" w="6734">
                <a:moveTo>
                  <a:pt x="99" y="2732"/>
                </a:moveTo>
                <a:lnTo>
                  <a:pt x="3123" y="4586"/>
                </a:lnTo>
                <a:cubicBezTo>
                  <a:pt x="3221" y="4684"/>
                  <a:pt x="3367" y="4684"/>
                  <a:pt x="3465" y="4586"/>
                </a:cubicBezTo>
                <a:lnTo>
                  <a:pt x="6636" y="2635"/>
                </a:lnTo>
                <a:cubicBezTo>
                  <a:pt x="6685" y="2586"/>
                  <a:pt x="6734" y="2537"/>
                  <a:pt x="6734" y="2489"/>
                </a:cubicBezTo>
                <a:lnTo>
                  <a:pt x="6734" y="2489"/>
                </a:lnTo>
                <a:lnTo>
                  <a:pt x="6734" y="2098"/>
                </a:lnTo>
                <a:lnTo>
                  <a:pt x="6734" y="2098"/>
                </a:lnTo>
                <a:cubicBezTo>
                  <a:pt x="6734" y="2001"/>
                  <a:pt x="6685" y="1952"/>
                  <a:pt x="6636" y="1952"/>
                </a:cubicBezTo>
                <a:lnTo>
                  <a:pt x="3611" y="98"/>
                </a:lnTo>
                <a:cubicBezTo>
                  <a:pt x="3514" y="0"/>
                  <a:pt x="3367" y="0"/>
                  <a:pt x="3270" y="98"/>
                </a:cubicBezTo>
                <a:lnTo>
                  <a:pt x="99" y="2049"/>
                </a:lnTo>
                <a:cubicBezTo>
                  <a:pt x="50" y="2098"/>
                  <a:pt x="1" y="2147"/>
                  <a:pt x="1" y="2196"/>
                </a:cubicBezTo>
                <a:lnTo>
                  <a:pt x="1" y="2196"/>
                </a:lnTo>
                <a:lnTo>
                  <a:pt x="1" y="2586"/>
                </a:lnTo>
                <a:lnTo>
                  <a:pt x="1" y="2586"/>
                </a:lnTo>
                <a:cubicBezTo>
                  <a:pt x="1" y="2635"/>
                  <a:pt x="50" y="2732"/>
                  <a:pt x="99" y="273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6210275" y="2679214"/>
            <a:ext cx="167058" cy="105566"/>
          </a:xfrm>
          <a:custGeom>
            <a:rect b="b" l="l" r="r" t="t"/>
            <a:pathLst>
              <a:path extrusionOk="0" h="4246" w="6782">
                <a:moveTo>
                  <a:pt x="3172" y="4197"/>
                </a:moveTo>
                <a:lnTo>
                  <a:pt x="98" y="2343"/>
                </a:lnTo>
                <a:cubicBezTo>
                  <a:pt x="0" y="2294"/>
                  <a:pt x="0" y="2099"/>
                  <a:pt x="98" y="2050"/>
                </a:cubicBezTo>
                <a:lnTo>
                  <a:pt x="3269" y="50"/>
                </a:lnTo>
                <a:cubicBezTo>
                  <a:pt x="3367" y="1"/>
                  <a:pt x="3513" y="1"/>
                  <a:pt x="3611" y="50"/>
                </a:cubicBezTo>
                <a:lnTo>
                  <a:pt x="6635" y="1952"/>
                </a:lnTo>
                <a:cubicBezTo>
                  <a:pt x="6782" y="2001"/>
                  <a:pt x="6782" y="2148"/>
                  <a:pt x="6635" y="2245"/>
                </a:cubicBezTo>
                <a:lnTo>
                  <a:pt x="3464" y="4197"/>
                </a:lnTo>
                <a:cubicBezTo>
                  <a:pt x="3367" y="4245"/>
                  <a:pt x="3269" y="4245"/>
                  <a:pt x="3172" y="4197"/>
                </a:cubicBezTo>
                <a:close/>
              </a:path>
            </a:pathLst>
          </a:custGeom>
          <a:solidFill>
            <a:srgbClr val="D9D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6307626" y="2741096"/>
            <a:ext cx="165851" cy="104323"/>
          </a:xfrm>
          <a:custGeom>
            <a:rect b="b" l="l" r="r" t="t"/>
            <a:pathLst>
              <a:path extrusionOk="0" h="4196" w="6733">
                <a:moveTo>
                  <a:pt x="3171" y="4147"/>
                </a:moveTo>
                <a:lnTo>
                  <a:pt x="98" y="2342"/>
                </a:lnTo>
                <a:cubicBezTo>
                  <a:pt x="0" y="2244"/>
                  <a:pt x="0" y="2098"/>
                  <a:pt x="98" y="2049"/>
                </a:cubicBezTo>
                <a:lnTo>
                  <a:pt x="3269" y="49"/>
                </a:lnTo>
                <a:cubicBezTo>
                  <a:pt x="3366" y="0"/>
                  <a:pt x="3513" y="0"/>
                  <a:pt x="3610" y="49"/>
                </a:cubicBezTo>
                <a:lnTo>
                  <a:pt x="6635" y="1903"/>
                </a:lnTo>
                <a:cubicBezTo>
                  <a:pt x="6733" y="2000"/>
                  <a:pt x="6733" y="2147"/>
                  <a:pt x="6635" y="2196"/>
                </a:cubicBezTo>
                <a:lnTo>
                  <a:pt x="3464" y="4147"/>
                </a:lnTo>
                <a:cubicBezTo>
                  <a:pt x="3366" y="4196"/>
                  <a:pt x="3269" y="4196"/>
                  <a:pt x="3171" y="4147"/>
                </a:cubicBezTo>
                <a:close/>
              </a:path>
            </a:pathLst>
          </a:custGeom>
          <a:solidFill>
            <a:srgbClr val="D9D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7873564" y="2554282"/>
            <a:ext cx="521593" cy="439619"/>
          </a:xfrm>
          <a:custGeom>
            <a:rect b="b" l="l" r="r" t="t"/>
            <a:pathLst>
              <a:path extrusionOk="0" h="17682" w="21175">
                <a:moveTo>
                  <a:pt x="9514" y="1"/>
                </a:moveTo>
                <a:lnTo>
                  <a:pt x="293" y="4489"/>
                </a:lnTo>
                <a:lnTo>
                  <a:pt x="1" y="6099"/>
                </a:lnTo>
                <a:cubicBezTo>
                  <a:pt x="1" y="6197"/>
                  <a:pt x="49" y="6246"/>
                  <a:pt x="98" y="6294"/>
                </a:cubicBezTo>
                <a:lnTo>
                  <a:pt x="18491" y="17662"/>
                </a:lnTo>
                <a:cubicBezTo>
                  <a:pt x="18504" y="17675"/>
                  <a:pt x="18521" y="17681"/>
                  <a:pt x="18539" y="17681"/>
                </a:cubicBezTo>
                <a:cubicBezTo>
                  <a:pt x="18589" y="17681"/>
                  <a:pt x="18651" y="17636"/>
                  <a:pt x="18686" y="17564"/>
                </a:cubicBezTo>
                <a:lnTo>
                  <a:pt x="21174" y="3318"/>
                </a:lnTo>
                <a:lnTo>
                  <a:pt x="11661" y="6929"/>
                </a:lnTo>
                <a:lnTo>
                  <a:pt x="951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7873564" y="2325028"/>
            <a:ext cx="526397" cy="669597"/>
          </a:xfrm>
          <a:custGeom>
            <a:rect b="b" l="l" r="r" t="t"/>
            <a:pathLst>
              <a:path extrusionOk="0" fill="none" h="26932" w="21370">
                <a:moveTo>
                  <a:pt x="21370" y="11661"/>
                </a:moveTo>
                <a:lnTo>
                  <a:pt x="21174" y="12539"/>
                </a:lnTo>
                <a:lnTo>
                  <a:pt x="18686" y="26785"/>
                </a:lnTo>
                <a:cubicBezTo>
                  <a:pt x="18638" y="26883"/>
                  <a:pt x="18540" y="26932"/>
                  <a:pt x="18491" y="26883"/>
                </a:cubicBezTo>
                <a:lnTo>
                  <a:pt x="98" y="15515"/>
                </a:lnTo>
                <a:cubicBezTo>
                  <a:pt x="49" y="15467"/>
                  <a:pt x="1" y="15418"/>
                  <a:pt x="1" y="15320"/>
                </a:cubicBezTo>
                <a:lnTo>
                  <a:pt x="293" y="13710"/>
                </a:lnTo>
                <a:lnTo>
                  <a:pt x="2733" y="147"/>
                </a:lnTo>
                <a:cubicBezTo>
                  <a:pt x="2733" y="50"/>
                  <a:pt x="2879" y="1"/>
                  <a:pt x="2977" y="50"/>
                </a:cubicBezTo>
                <a:lnTo>
                  <a:pt x="21272" y="11368"/>
                </a:lnTo>
                <a:cubicBezTo>
                  <a:pt x="21321" y="11417"/>
                  <a:pt x="21370" y="11564"/>
                  <a:pt x="21370" y="11661"/>
                </a:cubicBezTo>
                <a:close/>
              </a:path>
            </a:pathLst>
          </a:custGeom>
          <a:solidFill>
            <a:schemeClr val="accent5"/>
          </a:solidFill>
          <a:ln cap="flat" cmpd="sng" w="4875">
            <a:solidFill>
              <a:schemeClr val="accent4"/>
            </a:solidFill>
            <a:prstDash val="solid"/>
            <a:miter lim="4878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7014281" y="1102359"/>
            <a:ext cx="137031" cy="210411"/>
          </a:xfrm>
          <a:custGeom>
            <a:rect b="b" l="l" r="r" t="t"/>
            <a:pathLst>
              <a:path extrusionOk="0" h="8463" w="5563">
                <a:moveTo>
                  <a:pt x="1122" y="1"/>
                </a:moveTo>
                <a:cubicBezTo>
                  <a:pt x="1074" y="1"/>
                  <a:pt x="1025" y="1"/>
                  <a:pt x="1025" y="50"/>
                </a:cubicBezTo>
                <a:lnTo>
                  <a:pt x="49" y="5611"/>
                </a:lnTo>
                <a:cubicBezTo>
                  <a:pt x="0" y="5660"/>
                  <a:pt x="49" y="5709"/>
                  <a:pt x="49" y="5709"/>
                </a:cubicBezTo>
                <a:lnTo>
                  <a:pt x="4489" y="8441"/>
                </a:lnTo>
                <a:cubicBezTo>
                  <a:pt x="4505" y="8457"/>
                  <a:pt x="4521" y="8463"/>
                  <a:pt x="4536" y="8463"/>
                </a:cubicBezTo>
                <a:cubicBezTo>
                  <a:pt x="4565" y="8463"/>
                  <a:pt x="4586" y="8441"/>
                  <a:pt x="4586" y="8441"/>
                </a:cubicBezTo>
                <a:lnTo>
                  <a:pt x="5562" y="2831"/>
                </a:lnTo>
                <a:cubicBezTo>
                  <a:pt x="5562" y="2782"/>
                  <a:pt x="5562" y="2733"/>
                  <a:pt x="5513" y="2733"/>
                </a:cubicBezTo>
                <a:lnTo>
                  <a:pt x="112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7187330" y="1202553"/>
            <a:ext cx="365374" cy="245542"/>
          </a:xfrm>
          <a:custGeom>
            <a:rect b="b" l="l" r="r" t="t"/>
            <a:pathLst>
              <a:path extrusionOk="0" h="9876" w="14833">
                <a:moveTo>
                  <a:pt x="202" y="0"/>
                </a:moveTo>
                <a:cubicBezTo>
                  <a:pt x="167" y="0"/>
                  <a:pt x="133" y="35"/>
                  <a:pt x="98" y="69"/>
                </a:cubicBezTo>
                <a:lnTo>
                  <a:pt x="1" y="703"/>
                </a:lnTo>
                <a:cubicBezTo>
                  <a:pt x="1" y="752"/>
                  <a:pt x="1" y="801"/>
                  <a:pt x="50" y="850"/>
                </a:cubicBezTo>
                <a:lnTo>
                  <a:pt x="14588" y="9875"/>
                </a:lnTo>
                <a:cubicBezTo>
                  <a:pt x="14637" y="9875"/>
                  <a:pt x="14686" y="9875"/>
                  <a:pt x="14686" y="9827"/>
                </a:cubicBezTo>
                <a:lnTo>
                  <a:pt x="14783" y="9192"/>
                </a:lnTo>
                <a:cubicBezTo>
                  <a:pt x="14832" y="9144"/>
                  <a:pt x="14783" y="9046"/>
                  <a:pt x="14735" y="8997"/>
                </a:cubicBezTo>
                <a:lnTo>
                  <a:pt x="245" y="20"/>
                </a:lnTo>
                <a:cubicBezTo>
                  <a:pt x="230" y="6"/>
                  <a:pt x="216" y="0"/>
                  <a:pt x="2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7181319" y="1240170"/>
            <a:ext cx="364167" cy="246014"/>
          </a:xfrm>
          <a:custGeom>
            <a:rect b="b" l="l" r="r" t="t"/>
            <a:pathLst>
              <a:path extrusionOk="0" h="9895" w="14784">
                <a:moveTo>
                  <a:pt x="198" y="1"/>
                </a:moveTo>
                <a:cubicBezTo>
                  <a:pt x="151" y="1"/>
                  <a:pt x="98" y="46"/>
                  <a:pt x="98" y="117"/>
                </a:cubicBezTo>
                <a:lnTo>
                  <a:pt x="1" y="703"/>
                </a:lnTo>
                <a:cubicBezTo>
                  <a:pt x="1" y="751"/>
                  <a:pt x="1" y="800"/>
                  <a:pt x="50" y="849"/>
                </a:cubicBezTo>
                <a:lnTo>
                  <a:pt x="14540" y="9875"/>
                </a:lnTo>
                <a:cubicBezTo>
                  <a:pt x="14554" y="9889"/>
                  <a:pt x="14572" y="9895"/>
                  <a:pt x="14591" y="9895"/>
                </a:cubicBezTo>
                <a:cubicBezTo>
                  <a:pt x="14637" y="9895"/>
                  <a:pt x="14686" y="9860"/>
                  <a:pt x="14686" y="9826"/>
                </a:cubicBezTo>
                <a:lnTo>
                  <a:pt x="14784" y="9192"/>
                </a:lnTo>
                <a:cubicBezTo>
                  <a:pt x="14784" y="9143"/>
                  <a:pt x="14784" y="9045"/>
                  <a:pt x="14686" y="9045"/>
                </a:cubicBezTo>
                <a:lnTo>
                  <a:pt x="245" y="20"/>
                </a:lnTo>
                <a:cubicBezTo>
                  <a:pt x="232" y="7"/>
                  <a:pt x="215" y="1"/>
                  <a:pt x="19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7174126" y="1278955"/>
            <a:ext cx="365349" cy="244846"/>
          </a:xfrm>
          <a:custGeom>
            <a:rect b="b" l="l" r="r" t="t"/>
            <a:pathLst>
              <a:path extrusionOk="0" h="9848" w="14832">
                <a:moveTo>
                  <a:pt x="220" y="1"/>
                </a:moveTo>
                <a:cubicBezTo>
                  <a:pt x="171" y="1"/>
                  <a:pt x="146" y="35"/>
                  <a:pt x="146" y="70"/>
                </a:cubicBezTo>
                <a:lnTo>
                  <a:pt x="49" y="704"/>
                </a:lnTo>
                <a:cubicBezTo>
                  <a:pt x="0" y="753"/>
                  <a:pt x="49" y="801"/>
                  <a:pt x="98" y="801"/>
                </a:cubicBezTo>
                <a:lnTo>
                  <a:pt x="14588" y="9827"/>
                </a:lnTo>
                <a:cubicBezTo>
                  <a:pt x="14602" y="9841"/>
                  <a:pt x="14616" y="9847"/>
                  <a:pt x="14631" y="9847"/>
                </a:cubicBezTo>
                <a:cubicBezTo>
                  <a:pt x="14665" y="9847"/>
                  <a:pt x="14700" y="9813"/>
                  <a:pt x="14734" y="9778"/>
                </a:cubicBezTo>
                <a:lnTo>
                  <a:pt x="14832" y="9193"/>
                </a:lnTo>
                <a:cubicBezTo>
                  <a:pt x="14832" y="9095"/>
                  <a:pt x="14783" y="9047"/>
                  <a:pt x="14734" y="8998"/>
                </a:cubicBezTo>
                <a:lnTo>
                  <a:pt x="293" y="21"/>
                </a:lnTo>
                <a:cubicBezTo>
                  <a:pt x="264" y="7"/>
                  <a:pt x="240" y="1"/>
                  <a:pt x="2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7168116" y="1317068"/>
            <a:ext cx="243985" cy="169115"/>
          </a:xfrm>
          <a:custGeom>
            <a:rect b="b" l="l" r="r" t="t"/>
            <a:pathLst>
              <a:path extrusionOk="0" h="6802" w="9905">
                <a:moveTo>
                  <a:pt x="244" y="0"/>
                </a:moveTo>
                <a:cubicBezTo>
                  <a:pt x="195" y="0"/>
                  <a:pt x="147" y="0"/>
                  <a:pt x="98" y="98"/>
                </a:cubicBezTo>
                <a:lnTo>
                  <a:pt x="0" y="683"/>
                </a:lnTo>
                <a:cubicBezTo>
                  <a:pt x="0" y="732"/>
                  <a:pt x="0" y="781"/>
                  <a:pt x="49" y="830"/>
                </a:cubicBezTo>
                <a:lnTo>
                  <a:pt x="9660" y="6782"/>
                </a:lnTo>
                <a:cubicBezTo>
                  <a:pt x="9674" y="6796"/>
                  <a:pt x="9689" y="6802"/>
                  <a:pt x="9702" y="6802"/>
                </a:cubicBezTo>
                <a:cubicBezTo>
                  <a:pt x="9733" y="6802"/>
                  <a:pt x="9758" y="6767"/>
                  <a:pt x="9758" y="6733"/>
                </a:cubicBezTo>
                <a:lnTo>
                  <a:pt x="9904" y="6148"/>
                </a:lnTo>
                <a:cubicBezTo>
                  <a:pt x="9904" y="6050"/>
                  <a:pt x="9855" y="6001"/>
                  <a:pt x="9806" y="5952"/>
                </a:cubicBezTo>
                <a:lnTo>
                  <a:pt x="2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7059951" y="974543"/>
            <a:ext cx="477107" cy="343028"/>
          </a:xfrm>
          <a:custGeom>
            <a:rect b="b" l="l" r="r" t="t"/>
            <a:pathLst>
              <a:path extrusionOk="0" h="13797" w="19369">
                <a:moveTo>
                  <a:pt x="557" y="0"/>
                </a:moveTo>
                <a:cubicBezTo>
                  <a:pt x="488" y="0"/>
                  <a:pt x="426" y="45"/>
                  <a:pt x="391" y="117"/>
                </a:cubicBezTo>
                <a:lnTo>
                  <a:pt x="49" y="1971"/>
                </a:lnTo>
                <a:cubicBezTo>
                  <a:pt x="0" y="2068"/>
                  <a:pt x="49" y="2166"/>
                  <a:pt x="147" y="2215"/>
                </a:cubicBezTo>
                <a:lnTo>
                  <a:pt x="18784" y="13777"/>
                </a:lnTo>
                <a:cubicBezTo>
                  <a:pt x="18810" y="13790"/>
                  <a:pt x="18836" y="13796"/>
                  <a:pt x="18861" y="13796"/>
                </a:cubicBezTo>
                <a:cubicBezTo>
                  <a:pt x="18930" y="13796"/>
                  <a:pt x="18992" y="13751"/>
                  <a:pt x="19027" y="13680"/>
                </a:cubicBezTo>
                <a:lnTo>
                  <a:pt x="19320" y="11875"/>
                </a:lnTo>
                <a:cubicBezTo>
                  <a:pt x="19369" y="11728"/>
                  <a:pt x="19320" y="11582"/>
                  <a:pt x="19174" y="11533"/>
                </a:cubicBezTo>
                <a:lnTo>
                  <a:pt x="634" y="19"/>
                </a:lnTo>
                <a:cubicBezTo>
                  <a:pt x="608" y="6"/>
                  <a:pt x="582" y="0"/>
                  <a:pt x="55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7153680" y="1403887"/>
            <a:ext cx="364167" cy="244846"/>
          </a:xfrm>
          <a:custGeom>
            <a:rect b="b" l="l" r="r" t="t"/>
            <a:pathLst>
              <a:path extrusionOk="0" h="9848" w="14784">
                <a:moveTo>
                  <a:pt x="202" y="1"/>
                </a:moveTo>
                <a:cubicBezTo>
                  <a:pt x="167" y="1"/>
                  <a:pt x="133" y="35"/>
                  <a:pt x="98" y="70"/>
                </a:cubicBezTo>
                <a:lnTo>
                  <a:pt x="1" y="655"/>
                </a:lnTo>
                <a:cubicBezTo>
                  <a:pt x="1" y="704"/>
                  <a:pt x="1" y="753"/>
                  <a:pt x="49" y="802"/>
                </a:cubicBezTo>
                <a:lnTo>
                  <a:pt x="14539" y="9827"/>
                </a:lnTo>
                <a:cubicBezTo>
                  <a:pt x="14554" y="9842"/>
                  <a:pt x="14572" y="9848"/>
                  <a:pt x="14591" y="9848"/>
                </a:cubicBezTo>
                <a:cubicBezTo>
                  <a:pt x="14637" y="9848"/>
                  <a:pt x="14686" y="9813"/>
                  <a:pt x="14686" y="9779"/>
                </a:cubicBezTo>
                <a:lnTo>
                  <a:pt x="14783" y="9144"/>
                </a:lnTo>
                <a:cubicBezTo>
                  <a:pt x="14783" y="9096"/>
                  <a:pt x="14783" y="8998"/>
                  <a:pt x="14686" y="8998"/>
                </a:cubicBezTo>
                <a:lnTo>
                  <a:pt x="245" y="21"/>
                </a:lnTo>
                <a:cubicBezTo>
                  <a:pt x="230" y="7"/>
                  <a:pt x="216" y="1"/>
                  <a:pt x="20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7146463" y="1441503"/>
            <a:ext cx="365374" cy="245542"/>
          </a:xfrm>
          <a:custGeom>
            <a:rect b="b" l="l" r="r" t="t"/>
            <a:pathLst>
              <a:path extrusionOk="0" h="9876" w="14833">
                <a:moveTo>
                  <a:pt x="242" y="0"/>
                </a:moveTo>
                <a:cubicBezTo>
                  <a:pt x="196" y="0"/>
                  <a:pt x="147" y="35"/>
                  <a:pt x="147" y="69"/>
                </a:cubicBezTo>
                <a:lnTo>
                  <a:pt x="50" y="703"/>
                </a:lnTo>
                <a:cubicBezTo>
                  <a:pt x="1" y="752"/>
                  <a:pt x="50" y="801"/>
                  <a:pt x="99" y="801"/>
                </a:cubicBezTo>
                <a:lnTo>
                  <a:pt x="14589" y="9876"/>
                </a:lnTo>
                <a:cubicBezTo>
                  <a:pt x="14637" y="9876"/>
                  <a:pt x="14686" y="9876"/>
                  <a:pt x="14735" y="9827"/>
                </a:cubicBezTo>
                <a:lnTo>
                  <a:pt x="14832" y="9193"/>
                </a:lnTo>
                <a:cubicBezTo>
                  <a:pt x="14832" y="9144"/>
                  <a:pt x="14784" y="9046"/>
                  <a:pt x="14735" y="8997"/>
                </a:cubicBezTo>
                <a:lnTo>
                  <a:pt x="294" y="20"/>
                </a:lnTo>
                <a:cubicBezTo>
                  <a:pt x="279" y="6"/>
                  <a:pt x="261" y="0"/>
                  <a:pt x="2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7141659" y="1479592"/>
            <a:ext cx="364167" cy="245045"/>
          </a:xfrm>
          <a:custGeom>
            <a:rect b="b" l="l" r="r" t="t"/>
            <a:pathLst>
              <a:path extrusionOk="0" h="9856" w="14784">
                <a:moveTo>
                  <a:pt x="196" y="1"/>
                </a:moveTo>
                <a:cubicBezTo>
                  <a:pt x="147" y="1"/>
                  <a:pt x="98" y="50"/>
                  <a:pt x="98" y="98"/>
                </a:cubicBezTo>
                <a:lnTo>
                  <a:pt x="1" y="684"/>
                </a:lnTo>
                <a:cubicBezTo>
                  <a:pt x="1" y="733"/>
                  <a:pt x="1" y="781"/>
                  <a:pt x="50" y="830"/>
                </a:cubicBezTo>
                <a:lnTo>
                  <a:pt x="14540" y="9856"/>
                </a:lnTo>
                <a:cubicBezTo>
                  <a:pt x="14588" y="9856"/>
                  <a:pt x="14686" y="9856"/>
                  <a:pt x="14686" y="9807"/>
                </a:cubicBezTo>
                <a:lnTo>
                  <a:pt x="14784" y="9173"/>
                </a:lnTo>
                <a:cubicBezTo>
                  <a:pt x="14784" y="9124"/>
                  <a:pt x="14784" y="9027"/>
                  <a:pt x="14686" y="8978"/>
                </a:cubicBezTo>
                <a:lnTo>
                  <a:pt x="19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7134467" y="1517208"/>
            <a:ext cx="242778" cy="169413"/>
          </a:xfrm>
          <a:custGeom>
            <a:rect b="b" l="l" r="r" t="t"/>
            <a:pathLst>
              <a:path extrusionOk="0" h="6814" w="9856">
                <a:moveTo>
                  <a:pt x="244" y="0"/>
                </a:moveTo>
                <a:cubicBezTo>
                  <a:pt x="195" y="0"/>
                  <a:pt x="98" y="49"/>
                  <a:pt x="98" y="98"/>
                </a:cubicBezTo>
                <a:lnTo>
                  <a:pt x="0" y="732"/>
                </a:lnTo>
                <a:cubicBezTo>
                  <a:pt x="0" y="781"/>
                  <a:pt x="0" y="830"/>
                  <a:pt x="49" y="830"/>
                </a:cubicBezTo>
                <a:lnTo>
                  <a:pt x="9611" y="6782"/>
                </a:lnTo>
                <a:cubicBezTo>
                  <a:pt x="9631" y="6802"/>
                  <a:pt x="9660" y="6814"/>
                  <a:pt x="9687" y="6814"/>
                </a:cubicBezTo>
                <a:cubicBezTo>
                  <a:pt x="9724" y="6814"/>
                  <a:pt x="9758" y="6790"/>
                  <a:pt x="9758" y="6733"/>
                </a:cubicBezTo>
                <a:lnTo>
                  <a:pt x="9855" y="6148"/>
                </a:lnTo>
                <a:cubicBezTo>
                  <a:pt x="9855" y="6050"/>
                  <a:pt x="9855" y="6001"/>
                  <a:pt x="9758" y="5952"/>
                </a:cubicBezTo>
                <a:lnTo>
                  <a:pt x="2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6978218" y="1309784"/>
            <a:ext cx="135824" cy="210411"/>
          </a:xfrm>
          <a:custGeom>
            <a:rect b="b" l="l" r="r" t="t"/>
            <a:pathLst>
              <a:path extrusionOk="0" h="8463" w="5514">
                <a:moveTo>
                  <a:pt x="1074" y="1"/>
                </a:moveTo>
                <a:cubicBezTo>
                  <a:pt x="1025" y="1"/>
                  <a:pt x="1025" y="1"/>
                  <a:pt x="976" y="49"/>
                </a:cubicBezTo>
                <a:lnTo>
                  <a:pt x="49" y="5611"/>
                </a:lnTo>
                <a:cubicBezTo>
                  <a:pt x="1" y="5660"/>
                  <a:pt x="1" y="5660"/>
                  <a:pt x="49" y="5709"/>
                </a:cubicBezTo>
                <a:lnTo>
                  <a:pt x="4489" y="8441"/>
                </a:lnTo>
                <a:cubicBezTo>
                  <a:pt x="4489" y="8457"/>
                  <a:pt x="4495" y="8463"/>
                  <a:pt x="4502" y="8463"/>
                </a:cubicBezTo>
                <a:cubicBezTo>
                  <a:pt x="4516" y="8463"/>
                  <a:pt x="4538" y="8441"/>
                  <a:pt x="4538" y="8441"/>
                </a:cubicBezTo>
                <a:lnTo>
                  <a:pt x="5514" y="2830"/>
                </a:lnTo>
                <a:cubicBezTo>
                  <a:pt x="5514" y="2781"/>
                  <a:pt x="5514" y="2733"/>
                  <a:pt x="5465" y="2733"/>
                </a:cubicBezTo>
                <a:lnTo>
                  <a:pt x="10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7117642" y="1610093"/>
            <a:ext cx="365349" cy="244846"/>
          </a:xfrm>
          <a:custGeom>
            <a:rect b="b" l="l" r="r" t="t"/>
            <a:pathLst>
              <a:path extrusionOk="0" h="9848" w="14832">
                <a:moveTo>
                  <a:pt x="220" y="1"/>
                </a:moveTo>
                <a:cubicBezTo>
                  <a:pt x="171" y="1"/>
                  <a:pt x="146" y="35"/>
                  <a:pt x="146" y="70"/>
                </a:cubicBezTo>
                <a:lnTo>
                  <a:pt x="0" y="704"/>
                </a:lnTo>
                <a:cubicBezTo>
                  <a:pt x="0" y="753"/>
                  <a:pt x="49" y="802"/>
                  <a:pt x="49" y="802"/>
                </a:cubicBezTo>
                <a:lnTo>
                  <a:pt x="14588" y="9827"/>
                </a:lnTo>
                <a:cubicBezTo>
                  <a:pt x="14602" y="9842"/>
                  <a:pt x="14616" y="9847"/>
                  <a:pt x="14629" y="9847"/>
                </a:cubicBezTo>
                <a:cubicBezTo>
                  <a:pt x="14661" y="9847"/>
                  <a:pt x="14685" y="9813"/>
                  <a:pt x="14685" y="9778"/>
                </a:cubicBezTo>
                <a:lnTo>
                  <a:pt x="14832" y="9193"/>
                </a:lnTo>
                <a:cubicBezTo>
                  <a:pt x="14832" y="9095"/>
                  <a:pt x="14783" y="9047"/>
                  <a:pt x="14734" y="8998"/>
                </a:cubicBezTo>
                <a:lnTo>
                  <a:pt x="293" y="21"/>
                </a:lnTo>
                <a:cubicBezTo>
                  <a:pt x="264" y="7"/>
                  <a:pt x="240" y="1"/>
                  <a:pt x="2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7111631" y="1647734"/>
            <a:ext cx="364142" cy="245517"/>
          </a:xfrm>
          <a:custGeom>
            <a:rect b="b" l="l" r="r" t="t"/>
            <a:pathLst>
              <a:path extrusionOk="0" h="9875" w="14783">
                <a:moveTo>
                  <a:pt x="197" y="0"/>
                </a:moveTo>
                <a:cubicBezTo>
                  <a:pt x="150" y="0"/>
                  <a:pt x="98" y="45"/>
                  <a:pt x="98" y="117"/>
                </a:cubicBezTo>
                <a:lnTo>
                  <a:pt x="0" y="702"/>
                </a:lnTo>
                <a:cubicBezTo>
                  <a:pt x="0" y="751"/>
                  <a:pt x="0" y="800"/>
                  <a:pt x="49" y="849"/>
                </a:cubicBezTo>
                <a:lnTo>
                  <a:pt x="14539" y="9874"/>
                </a:lnTo>
                <a:cubicBezTo>
                  <a:pt x="14588" y="9874"/>
                  <a:pt x="14685" y="9874"/>
                  <a:pt x="14685" y="9826"/>
                </a:cubicBezTo>
                <a:lnTo>
                  <a:pt x="14783" y="9191"/>
                </a:lnTo>
                <a:cubicBezTo>
                  <a:pt x="14783" y="9143"/>
                  <a:pt x="14783" y="9045"/>
                  <a:pt x="14685" y="8996"/>
                </a:cubicBezTo>
                <a:lnTo>
                  <a:pt x="244" y="19"/>
                </a:lnTo>
                <a:cubicBezTo>
                  <a:pt x="231" y="6"/>
                  <a:pt x="214" y="0"/>
                  <a:pt x="19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7105621" y="1685798"/>
            <a:ext cx="364142" cy="245567"/>
          </a:xfrm>
          <a:custGeom>
            <a:rect b="b" l="l" r="r" t="t"/>
            <a:pathLst>
              <a:path extrusionOk="0" h="9877" w="14783">
                <a:moveTo>
                  <a:pt x="244" y="1"/>
                </a:moveTo>
                <a:cubicBezTo>
                  <a:pt x="195" y="1"/>
                  <a:pt x="98" y="50"/>
                  <a:pt x="98" y="98"/>
                </a:cubicBezTo>
                <a:lnTo>
                  <a:pt x="0" y="733"/>
                </a:lnTo>
                <a:cubicBezTo>
                  <a:pt x="0" y="781"/>
                  <a:pt x="0" y="830"/>
                  <a:pt x="49" y="830"/>
                </a:cubicBezTo>
                <a:lnTo>
                  <a:pt x="14539" y="9856"/>
                </a:lnTo>
                <a:cubicBezTo>
                  <a:pt x="14553" y="9870"/>
                  <a:pt x="14568" y="9876"/>
                  <a:pt x="14582" y="9876"/>
                </a:cubicBezTo>
                <a:cubicBezTo>
                  <a:pt x="14616" y="9876"/>
                  <a:pt x="14651" y="9842"/>
                  <a:pt x="14685" y="9807"/>
                </a:cubicBezTo>
                <a:lnTo>
                  <a:pt x="14783" y="9222"/>
                </a:lnTo>
                <a:cubicBezTo>
                  <a:pt x="14783" y="9124"/>
                  <a:pt x="14783" y="9075"/>
                  <a:pt x="14685" y="9026"/>
                </a:cubicBezTo>
                <a:lnTo>
                  <a:pt x="24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7098403" y="1724111"/>
            <a:ext cx="243985" cy="169140"/>
          </a:xfrm>
          <a:custGeom>
            <a:rect b="b" l="l" r="r" t="t"/>
            <a:pathLst>
              <a:path extrusionOk="0" h="6803" w="9905">
                <a:moveTo>
                  <a:pt x="220" y="1"/>
                </a:moveTo>
                <a:cubicBezTo>
                  <a:pt x="171" y="1"/>
                  <a:pt x="147" y="35"/>
                  <a:pt x="147" y="70"/>
                </a:cubicBezTo>
                <a:lnTo>
                  <a:pt x="0" y="704"/>
                </a:lnTo>
                <a:cubicBezTo>
                  <a:pt x="0" y="753"/>
                  <a:pt x="49" y="802"/>
                  <a:pt x="49" y="802"/>
                </a:cubicBezTo>
                <a:lnTo>
                  <a:pt x="9660" y="6802"/>
                </a:lnTo>
                <a:cubicBezTo>
                  <a:pt x="9709" y="6802"/>
                  <a:pt x="9758" y="6802"/>
                  <a:pt x="9807" y="6754"/>
                </a:cubicBezTo>
                <a:lnTo>
                  <a:pt x="9904" y="6119"/>
                </a:lnTo>
                <a:cubicBezTo>
                  <a:pt x="9904" y="6071"/>
                  <a:pt x="9856" y="5973"/>
                  <a:pt x="9807" y="5924"/>
                </a:cubicBezTo>
                <a:lnTo>
                  <a:pt x="293" y="21"/>
                </a:lnTo>
                <a:cubicBezTo>
                  <a:pt x="265" y="7"/>
                  <a:pt x="240" y="1"/>
                  <a:pt x="2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6942179" y="1516661"/>
            <a:ext cx="137006" cy="210411"/>
          </a:xfrm>
          <a:custGeom>
            <a:rect b="b" l="l" r="r" t="t"/>
            <a:pathLst>
              <a:path extrusionOk="0" h="8463" w="5562">
                <a:moveTo>
                  <a:pt x="1061" y="1"/>
                </a:moveTo>
                <a:cubicBezTo>
                  <a:pt x="1046" y="1"/>
                  <a:pt x="1025" y="22"/>
                  <a:pt x="1025" y="22"/>
                </a:cubicBezTo>
                <a:lnTo>
                  <a:pt x="0" y="5633"/>
                </a:lnTo>
                <a:cubicBezTo>
                  <a:pt x="0" y="5633"/>
                  <a:pt x="49" y="5682"/>
                  <a:pt x="49" y="5682"/>
                </a:cubicBezTo>
                <a:lnTo>
                  <a:pt x="4489" y="8463"/>
                </a:lnTo>
                <a:cubicBezTo>
                  <a:pt x="4537" y="8463"/>
                  <a:pt x="4586" y="8463"/>
                  <a:pt x="4586" y="8414"/>
                </a:cubicBezTo>
                <a:lnTo>
                  <a:pt x="5562" y="2852"/>
                </a:lnTo>
                <a:cubicBezTo>
                  <a:pt x="5562" y="2803"/>
                  <a:pt x="5562" y="2754"/>
                  <a:pt x="5513" y="2706"/>
                </a:cubicBezTo>
                <a:lnTo>
                  <a:pt x="1073" y="22"/>
                </a:lnTo>
                <a:cubicBezTo>
                  <a:pt x="1073" y="6"/>
                  <a:pt x="1068" y="1"/>
                  <a:pt x="10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7081579" y="1818015"/>
            <a:ext cx="365349" cy="245542"/>
          </a:xfrm>
          <a:custGeom>
            <a:rect b="b" l="l" r="r" t="t"/>
            <a:pathLst>
              <a:path extrusionOk="0" h="9876" w="14832">
                <a:moveTo>
                  <a:pt x="293" y="1"/>
                </a:moveTo>
                <a:cubicBezTo>
                  <a:pt x="196" y="1"/>
                  <a:pt x="147" y="49"/>
                  <a:pt x="147" y="98"/>
                </a:cubicBezTo>
                <a:lnTo>
                  <a:pt x="49" y="732"/>
                </a:lnTo>
                <a:cubicBezTo>
                  <a:pt x="0" y="781"/>
                  <a:pt x="49" y="830"/>
                  <a:pt x="98" y="830"/>
                </a:cubicBezTo>
                <a:lnTo>
                  <a:pt x="14588" y="9856"/>
                </a:lnTo>
                <a:cubicBezTo>
                  <a:pt x="14602" y="9870"/>
                  <a:pt x="14617" y="9876"/>
                  <a:pt x="14631" y="9876"/>
                </a:cubicBezTo>
                <a:cubicBezTo>
                  <a:pt x="14665" y="9876"/>
                  <a:pt x="14700" y="9841"/>
                  <a:pt x="14734" y="9807"/>
                </a:cubicBezTo>
                <a:lnTo>
                  <a:pt x="14832" y="9222"/>
                </a:lnTo>
                <a:cubicBezTo>
                  <a:pt x="14832" y="9124"/>
                  <a:pt x="14783" y="9075"/>
                  <a:pt x="14734" y="9026"/>
                </a:cubicBezTo>
                <a:lnTo>
                  <a:pt x="29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5"/>
          <p:cNvSpPr/>
          <p:nvPr/>
        </p:nvSpPr>
        <p:spPr>
          <a:xfrm>
            <a:off x="7075568" y="1856353"/>
            <a:ext cx="365349" cy="245517"/>
          </a:xfrm>
          <a:custGeom>
            <a:rect b="b" l="l" r="r" t="t"/>
            <a:pathLst>
              <a:path extrusionOk="0" h="9875" w="14832">
                <a:moveTo>
                  <a:pt x="218" y="1"/>
                </a:moveTo>
                <a:cubicBezTo>
                  <a:pt x="154" y="1"/>
                  <a:pt x="111" y="46"/>
                  <a:pt x="147" y="117"/>
                </a:cubicBezTo>
                <a:lnTo>
                  <a:pt x="0" y="703"/>
                </a:lnTo>
                <a:cubicBezTo>
                  <a:pt x="0" y="752"/>
                  <a:pt x="0" y="800"/>
                  <a:pt x="49" y="849"/>
                </a:cubicBezTo>
                <a:lnTo>
                  <a:pt x="14588" y="9875"/>
                </a:lnTo>
                <a:cubicBezTo>
                  <a:pt x="14637" y="9875"/>
                  <a:pt x="14686" y="9875"/>
                  <a:pt x="14686" y="9826"/>
                </a:cubicBezTo>
                <a:lnTo>
                  <a:pt x="14783" y="9192"/>
                </a:lnTo>
                <a:cubicBezTo>
                  <a:pt x="14832" y="9143"/>
                  <a:pt x="14783" y="9046"/>
                  <a:pt x="14734" y="8997"/>
                </a:cubicBezTo>
                <a:lnTo>
                  <a:pt x="293" y="20"/>
                </a:lnTo>
                <a:cubicBezTo>
                  <a:pt x="267" y="7"/>
                  <a:pt x="241" y="1"/>
                  <a:pt x="21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7069558" y="1895137"/>
            <a:ext cx="364167" cy="244846"/>
          </a:xfrm>
          <a:custGeom>
            <a:rect b="b" l="l" r="r" t="t"/>
            <a:pathLst>
              <a:path extrusionOk="0" h="9848" w="14784">
                <a:moveTo>
                  <a:pt x="193" y="1"/>
                </a:moveTo>
                <a:cubicBezTo>
                  <a:pt x="147" y="1"/>
                  <a:pt x="98" y="35"/>
                  <a:pt x="98" y="70"/>
                </a:cubicBezTo>
                <a:lnTo>
                  <a:pt x="1" y="704"/>
                </a:lnTo>
                <a:cubicBezTo>
                  <a:pt x="1" y="753"/>
                  <a:pt x="1" y="802"/>
                  <a:pt x="49" y="802"/>
                </a:cubicBezTo>
                <a:lnTo>
                  <a:pt x="14539" y="9827"/>
                </a:lnTo>
                <a:cubicBezTo>
                  <a:pt x="14554" y="9842"/>
                  <a:pt x="14572" y="9848"/>
                  <a:pt x="14591" y="9848"/>
                </a:cubicBezTo>
                <a:cubicBezTo>
                  <a:pt x="14637" y="9848"/>
                  <a:pt x="14686" y="9813"/>
                  <a:pt x="14686" y="9779"/>
                </a:cubicBezTo>
                <a:lnTo>
                  <a:pt x="14783" y="9193"/>
                </a:lnTo>
                <a:cubicBezTo>
                  <a:pt x="14783" y="9096"/>
                  <a:pt x="14783" y="9047"/>
                  <a:pt x="14686" y="8998"/>
                </a:cubicBezTo>
                <a:lnTo>
                  <a:pt x="244" y="21"/>
                </a:lnTo>
                <a:cubicBezTo>
                  <a:pt x="230" y="7"/>
                  <a:pt x="212" y="1"/>
                  <a:pt x="1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7062340" y="1933251"/>
            <a:ext cx="243985" cy="168617"/>
          </a:xfrm>
          <a:custGeom>
            <a:rect b="b" l="l" r="r" t="t"/>
            <a:pathLst>
              <a:path extrusionOk="0" h="6782" w="9905">
                <a:moveTo>
                  <a:pt x="294" y="0"/>
                </a:moveTo>
                <a:cubicBezTo>
                  <a:pt x="245" y="0"/>
                  <a:pt x="147" y="0"/>
                  <a:pt x="147" y="49"/>
                </a:cubicBezTo>
                <a:lnTo>
                  <a:pt x="1" y="683"/>
                </a:lnTo>
                <a:cubicBezTo>
                  <a:pt x="1" y="732"/>
                  <a:pt x="50" y="781"/>
                  <a:pt x="98" y="781"/>
                </a:cubicBezTo>
                <a:lnTo>
                  <a:pt x="9661" y="6782"/>
                </a:lnTo>
                <a:cubicBezTo>
                  <a:pt x="9710" y="6782"/>
                  <a:pt x="9758" y="6782"/>
                  <a:pt x="9807" y="6733"/>
                </a:cubicBezTo>
                <a:lnTo>
                  <a:pt x="9905" y="6099"/>
                </a:lnTo>
                <a:cubicBezTo>
                  <a:pt x="9905" y="6050"/>
                  <a:pt x="9856" y="5953"/>
                  <a:pt x="9807" y="5904"/>
                </a:cubicBezTo>
                <a:lnTo>
                  <a:pt x="2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6907323" y="1722893"/>
            <a:ext cx="135824" cy="211605"/>
          </a:xfrm>
          <a:custGeom>
            <a:rect b="b" l="l" r="r" t="t"/>
            <a:pathLst>
              <a:path extrusionOk="0" h="8511" w="5514">
                <a:moveTo>
                  <a:pt x="1032" y="1"/>
                </a:moveTo>
                <a:cubicBezTo>
                  <a:pt x="1000" y="1"/>
                  <a:pt x="976" y="35"/>
                  <a:pt x="976" y="70"/>
                </a:cubicBezTo>
                <a:lnTo>
                  <a:pt x="0" y="5681"/>
                </a:lnTo>
                <a:cubicBezTo>
                  <a:pt x="0" y="5681"/>
                  <a:pt x="0" y="5729"/>
                  <a:pt x="0" y="5729"/>
                </a:cubicBezTo>
                <a:lnTo>
                  <a:pt x="4440" y="8510"/>
                </a:lnTo>
                <a:cubicBezTo>
                  <a:pt x="4489" y="8510"/>
                  <a:pt x="4537" y="8510"/>
                  <a:pt x="4537" y="8461"/>
                </a:cubicBezTo>
                <a:lnTo>
                  <a:pt x="5513" y="2900"/>
                </a:lnTo>
                <a:cubicBezTo>
                  <a:pt x="5513" y="2851"/>
                  <a:pt x="5513" y="2802"/>
                  <a:pt x="5464" y="2753"/>
                </a:cubicBezTo>
                <a:lnTo>
                  <a:pt x="1074" y="21"/>
                </a:lnTo>
                <a:cubicBezTo>
                  <a:pt x="1059" y="7"/>
                  <a:pt x="1045" y="1"/>
                  <a:pt x="10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7046723" y="2022531"/>
            <a:ext cx="365374" cy="246039"/>
          </a:xfrm>
          <a:custGeom>
            <a:rect b="b" l="l" r="r" t="t"/>
            <a:pathLst>
              <a:path extrusionOk="0" h="9896" w="14833">
                <a:moveTo>
                  <a:pt x="239" y="1"/>
                </a:moveTo>
                <a:cubicBezTo>
                  <a:pt x="180" y="1"/>
                  <a:pt x="111" y="46"/>
                  <a:pt x="147" y="117"/>
                </a:cubicBezTo>
                <a:lnTo>
                  <a:pt x="1" y="752"/>
                </a:lnTo>
                <a:cubicBezTo>
                  <a:pt x="1" y="800"/>
                  <a:pt x="49" y="849"/>
                  <a:pt x="98" y="849"/>
                </a:cubicBezTo>
                <a:lnTo>
                  <a:pt x="14588" y="9875"/>
                </a:lnTo>
                <a:cubicBezTo>
                  <a:pt x="14602" y="9889"/>
                  <a:pt x="14617" y="9895"/>
                  <a:pt x="14630" y="9895"/>
                </a:cubicBezTo>
                <a:cubicBezTo>
                  <a:pt x="14661" y="9895"/>
                  <a:pt x="14686" y="9861"/>
                  <a:pt x="14686" y="9826"/>
                </a:cubicBezTo>
                <a:lnTo>
                  <a:pt x="14832" y="9241"/>
                </a:lnTo>
                <a:cubicBezTo>
                  <a:pt x="14832" y="9143"/>
                  <a:pt x="14783" y="9094"/>
                  <a:pt x="14734" y="9045"/>
                </a:cubicBezTo>
                <a:lnTo>
                  <a:pt x="293" y="20"/>
                </a:lnTo>
                <a:cubicBezTo>
                  <a:pt x="280" y="7"/>
                  <a:pt x="260" y="1"/>
                  <a:pt x="2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7040712" y="2061316"/>
            <a:ext cx="365374" cy="245144"/>
          </a:xfrm>
          <a:custGeom>
            <a:rect b="b" l="l" r="r" t="t"/>
            <a:pathLst>
              <a:path extrusionOk="0" h="9860" w="14833">
                <a:moveTo>
                  <a:pt x="193" y="1"/>
                </a:moveTo>
                <a:cubicBezTo>
                  <a:pt x="147" y="1"/>
                  <a:pt x="98" y="35"/>
                  <a:pt x="98" y="70"/>
                </a:cubicBezTo>
                <a:lnTo>
                  <a:pt x="1" y="704"/>
                </a:lnTo>
                <a:cubicBezTo>
                  <a:pt x="1" y="753"/>
                  <a:pt x="1" y="802"/>
                  <a:pt x="49" y="802"/>
                </a:cubicBezTo>
                <a:lnTo>
                  <a:pt x="14588" y="9827"/>
                </a:lnTo>
                <a:cubicBezTo>
                  <a:pt x="14608" y="9848"/>
                  <a:pt x="14629" y="9859"/>
                  <a:pt x="14645" y="9859"/>
                </a:cubicBezTo>
                <a:cubicBezTo>
                  <a:pt x="14669" y="9859"/>
                  <a:pt x="14686" y="9836"/>
                  <a:pt x="14686" y="9779"/>
                </a:cubicBezTo>
                <a:lnTo>
                  <a:pt x="14783" y="9193"/>
                </a:lnTo>
                <a:cubicBezTo>
                  <a:pt x="14832" y="9095"/>
                  <a:pt x="14783" y="9047"/>
                  <a:pt x="14735" y="8998"/>
                </a:cubicBezTo>
                <a:lnTo>
                  <a:pt x="245" y="21"/>
                </a:lnTo>
                <a:cubicBezTo>
                  <a:pt x="230" y="7"/>
                  <a:pt x="212" y="1"/>
                  <a:pt x="1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7034702" y="2099429"/>
            <a:ext cx="364167" cy="245045"/>
          </a:xfrm>
          <a:custGeom>
            <a:rect b="b" l="l" r="r" t="t"/>
            <a:pathLst>
              <a:path extrusionOk="0" h="9856" w="14784">
                <a:moveTo>
                  <a:pt x="245" y="0"/>
                </a:moveTo>
                <a:cubicBezTo>
                  <a:pt x="196" y="0"/>
                  <a:pt x="98" y="0"/>
                  <a:pt x="98" y="98"/>
                </a:cubicBezTo>
                <a:lnTo>
                  <a:pt x="1" y="683"/>
                </a:lnTo>
                <a:cubicBezTo>
                  <a:pt x="1" y="732"/>
                  <a:pt x="1" y="781"/>
                  <a:pt x="49" y="830"/>
                </a:cubicBezTo>
                <a:lnTo>
                  <a:pt x="14539" y="9856"/>
                </a:lnTo>
                <a:cubicBezTo>
                  <a:pt x="14588" y="9856"/>
                  <a:pt x="14637" y="9856"/>
                  <a:pt x="14686" y="9807"/>
                </a:cubicBezTo>
                <a:lnTo>
                  <a:pt x="14783" y="9172"/>
                </a:lnTo>
                <a:cubicBezTo>
                  <a:pt x="14783" y="9124"/>
                  <a:pt x="14735" y="9026"/>
                  <a:pt x="14686" y="8977"/>
                </a:cubicBezTo>
                <a:lnTo>
                  <a:pt x="24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7027484" y="2137021"/>
            <a:ext cx="243985" cy="169438"/>
          </a:xfrm>
          <a:custGeom>
            <a:rect b="b" l="l" r="r" t="t"/>
            <a:pathLst>
              <a:path extrusionOk="0" h="6815" w="9905">
                <a:moveTo>
                  <a:pt x="294" y="1"/>
                </a:moveTo>
                <a:cubicBezTo>
                  <a:pt x="196" y="1"/>
                  <a:pt x="147" y="50"/>
                  <a:pt x="147" y="98"/>
                </a:cubicBezTo>
                <a:lnTo>
                  <a:pt x="1" y="733"/>
                </a:lnTo>
                <a:cubicBezTo>
                  <a:pt x="1" y="781"/>
                  <a:pt x="50" y="830"/>
                  <a:pt x="50" y="830"/>
                </a:cubicBezTo>
                <a:lnTo>
                  <a:pt x="9661" y="6782"/>
                </a:lnTo>
                <a:cubicBezTo>
                  <a:pt x="9681" y="6803"/>
                  <a:pt x="9701" y="6814"/>
                  <a:pt x="9722" y="6814"/>
                </a:cubicBezTo>
                <a:cubicBezTo>
                  <a:pt x="9750" y="6814"/>
                  <a:pt x="9779" y="6791"/>
                  <a:pt x="9807" y="6734"/>
                </a:cubicBezTo>
                <a:lnTo>
                  <a:pt x="9905" y="6148"/>
                </a:lnTo>
                <a:cubicBezTo>
                  <a:pt x="9905" y="6050"/>
                  <a:pt x="9856" y="6002"/>
                  <a:pt x="9807" y="5953"/>
                </a:cubicBezTo>
                <a:lnTo>
                  <a:pt x="29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6871260" y="1930815"/>
            <a:ext cx="135824" cy="211083"/>
          </a:xfrm>
          <a:custGeom>
            <a:rect b="b" l="l" r="r" t="t"/>
            <a:pathLst>
              <a:path extrusionOk="0" h="8490" w="5514">
                <a:moveTo>
                  <a:pt x="1074" y="1"/>
                </a:moveTo>
                <a:cubicBezTo>
                  <a:pt x="1025" y="1"/>
                  <a:pt x="976" y="1"/>
                  <a:pt x="976" y="50"/>
                </a:cubicBezTo>
                <a:lnTo>
                  <a:pt x="1" y="5660"/>
                </a:lnTo>
                <a:cubicBezTo>
                  <a:pt x="1" y="5660"/>
                  <a:pt x="1" y="5709"/>
                  <a:pt x="49" y="5709"/>
                </a:cubicBezTo>
                <a:lnTo>
                  <a:pt x="4489" y="8490"/>
                </a:lnTo>
                <a:cubicBezTo>
                  <a:pt x="4489" y="8490"/>
                  <a:pt x="4538" y="8490"/>
                  <a:pt x="4538" y="8441"/>
                </a:cubicBezTo>
                <a:lnTo>
                  <a:pt x="5514" y="2879"/>
                </a:lnTo>
                <a:cubicBezTo>
                  <a:pt x="5514" y="2831"/>
                  <a:pt x="5514" y="2782"/>
                  <a:pt x="5465" y="2733"/>
                </a:cubicBezTo>
                <a:lnTo>
                  <a:pt x="10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7770202" y="1438371"/>
            <a:ext cx="723506" cy="468235"/>
          </a:xfrm>
          <a:custGeom>
            <a:rect b="b" l="l" r="r" t="t"/>
            <a:pathLst>
              <a:path extrusionOk="0" h="18833" w="29372">
                <a:moveTo>
                  <a:pt x="196" y="0"/>
                </a:moveTo>
                <a:cubicBezTo>
                  <a:pt x="147" y="0"/>
                  <a:pt x="98" y="0"/>
                  <a:pt x="98" y="49"/>
                </a:cubicBezTo>
                <a:lnTo>
                  <a:pt x="1" y="537"/>
                </a:lnTo>
                <a:cubicBezTo>
                  <a:pt x="1" y="586"/>
                  <a:pt x="50" y="634"/>
                  <a:pt x="50" y="634"/>
                </a:cubicBezTo>
                <a:lnTo>
                  <a:pt x="29176" y="18832"/>
                </a:lnTo>
                <a:cubicBezTo>
                  <a:pt x="29225" y="18832"/>
                  <a:pt x="29273" y="18832"/>
                  <a:pt x="29273" y="18783"/>
                </a:cubicBezTo>
                <a:lnTo>
                  <a:pt x="29371" y="18295"/>
                </a:lnTo>
                <a:cubicBezTo>
                  <a:pt x="29371" y="18247"/>
                  <a:pt x="29322" y="18198"/>
                  <a:pt x="29273" y="18149"/>
                </a:cubicBezTo>
                <a:lnTo>
                  <a:pt x="1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7765399" y="1468180"/>
            <a:ext cx="723481" cy="468733"/>
          </a:xfrm>
          <a:custGeom>
            <a:rect b="b" l="l" r="r" t="t"/>
            <a:pathLst>
              <a:path extrusionOk="0" h="18853" w="29371">
                <a:moveTo>
                  <a:pt x="154" y="1"/>
                </a:moveTo>
                <a:cubicBezTo>
                  <a:pt x="123" y="1"/>
                  <a:pt x="98" y="35"/>
                  <a:pt x="98" y="70"/>
                </a:cubicBezTo>
                <a:lnTo>
                  <a:pt x="1" y="557"/>
                </a:lnTo>
                <a:cubicBezTo>
                  <a:pt x="1" y="606"/>
                  <a:pt x="1" y="655"/>
                  <a:pt x="49" y="655"/>
                </a:cubicBezTo>
                <a:lnTo>
                  <a:pt x="29176" y="18853"/>
                </a:lnTo>
                <a:cubicBezTo>
                  <a:pt x="29225" y="18853"/>
                  <a:pt x="29273" y="18853"/>
                  <a:pt x="29273" y="18804"/>
                </a:cubicBezTo>
                <a:lnTo>
                  <a:pt x="29371" y="18316"/>
                </a:lnTo>
                <a:cubicBezTo>
                  <a:pt x="29371" y="18267"/>
                  <a:pt x="29322" y="18219"/>
                  <a:pt x="29273" y="18170"/>
                </a:cubicBezTo>
                <a:lnTo>
                  <a:pt x="196" y="21"/>
                </a:lnTo>
                <a:cubicBezTo>
                  <a:pt x="182" y="6"/>
                  <a:pt x="167" y="1"/>
                  <a:pt x="1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"/>
          <p:cNvSpPr/>
          <p:nvPr/>
        </p:nvSpPr>
        <p:spPr>
          <a:xfrm>
            <a:off x="7760595" y="1497791"/>
            <a:ext cx="723481" cy="469454"/>
          </a:xfrm>
          <a:custGeom>
            <a:rect b="b" l="l" r="r" t="t"/>
            <a:pathLst>
              <a:path extrusionOk="0" h="18882" w="29371">
                <a:moveTo>
                  <a:pt x="196" y="1"/>
                </a:moveTo>
                <a:cubicBezTo>
                  <a:pt x="147" y="1"/>
                  <a:pt x="98" y="49"/>
                  <a:pt x="98" y="98"/>
                </a:cubicBezTo>
                <a:lnTo>
                  <a:pt x="1" y="586"/>
                </a:lnTo>
                <a:cubicBezTo>
                  <a:pt x="1" y="635"/>
                  <a:pt x="1" y="684"/>
                  <a:pt x="49" y="684"/>
                </a:cubicBezTo>
                <a:lnTo>
                  <a:pt x="29176" y="18882"/>
                </a:lnTo>
                <a:cubicBezTo>
                  <a:pt x="29176" y="18882"/>
                  <a:pt x="29224" y="18882"/>
                  <a:pt x="29273" y="18833"/>
                </a:cubicBezTo>
                <a:lnTo>
                  <a:pt x="29322" y="18345"/>
                </a:lnTo>
                <a:cubicBezTo>
                  <a:pt x="29371" y="18296"/>
                  <a:pt x="29322" y="18198"/>
                  <a:pt x="29273" y="18198"/>
                </a:cubicBezTo>
                <a:lnTo>
                  <a:pt x="19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7754585" y="1528819"/>
            <a:ext cx="627341" cy="408093"/>
          </a:xfrm>
          <a:custGeom>
            <a:rect b="b" l="l" r="r" t="t"/>
            <a:pathLst>
              <a:path extrusionOk="0" h="16414" w="25468">
                <a:moveTo>
                  <a:pt x="202" y="1"/>
                </a:moveTo>
                <a:cubicBezTo>
                  <a:pt x="167" y="1"/>
                  <a:pt x="133" y="35"/>
                  <a:pt x="98" y="70"/>
                </a:cubicBezTo>
                <a:lnTo>
                  <a:pt x="49" y="558"/>
                </a:lnTo>
                <a:cubicBezTo>
                  <a:pt x="1" y="607"/>
                  <a:pt x="49" y="607"/>
                  <a:pt x="98" y="655"/>
                </a:cubicBezTo>
                <a:lnTo>
                  <a:pt x="25273" y="16414"/>
                </a:lnTo>
                <a:cubicBezTo>
                  <a:pt x="25321" y="16414"/>
                  <a:pt x="25370" y="16414"/>
                  <a:pt x="25370" y="16365"/>
                </a:cubicBezTo>
                <a:lnTo>
                  <a:pt x="25468" y="15877"/>
                </a:lnTo>
                <a:cubicBezTo>
                  <a:pt x="25468" y="15828"/>
                  <a:pt x="25468" y="15780"/>
                  <a:pt x="25419" y="15731"/>
                </a:cubicBezTo>
                <a:lnTo>
                  <a:pt x="245" y="21"/>
                </a:lnTo>
                <a:cubicBezTo>
                  <a:pt x="230" y="7"/>
                  <a:pt x="216" y="1"/>
                  <a:pt x="20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7579122" y="1326068"/>
            <a:ext cx="165875" cy="224235"/>
          </a:xfrm>
          <a:custGeom>
            <a:rect b="b" l="l" r="r" t="t"/>
            <a:pathLst>
              <a:path extrusionOk="0" h="9019" w="6734">
                <a:moveTo>
                  <a:pt x="2958" y="0"/>
                </a:moveTo>
                <a:cubicBezTo>
                  <a:pt x="1527" y="0"/>
                  <a:pt x="362" y="1408"/>
                  <a:pt x="196" y="3493"/>
                </a:cubicBezTo>
                <a:cubicBezTo>
                  <a:pt x="1" y="5883"/>
                  <a:pt x="1269" y="8323"/>
                  <a:pt x="3025" y="8908"/>
                </a:cubicBezTo>
                <a:cubicBezTo>
                  <a:pt x="3270" y="8983"/>
                  <a:pt x="3511" y="9019"/>
                  <a:pt x="3746" y="9019"/>
                </a:cubicBezTo>
                <a:cubicBezTo>
                  <a:pt x="5202" y="9019"/>
                  <a:pt x="6419" y="7642"/>
                  <a:pt x="6587" y="5542"/>
                </a:cubicBezTo>
                <a:cubicBezTo>
                  <a:pt x="6733" y="3151"/>
                  <a:pt x="5514" y="712"/>
                  <a:pt x="3708" y="126"/>
                </a:cubicBezTo>
                <a:cubicBezTo>
                  <a:pt x="3453" y="41"/>
                  <a:pt x="3202" y="0"/>
                  <a:pt x="295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7474578" y="2014525"/>
            <a:ext cx="405008" cy="269311"/>
          </a:xfrm>
          <a:custGeom>
            <a:rect b="b" l="l" r="r" t="t"/>
            <a:pathLst>
              <a:path extrusionOk="0" h="10832" w="16442">
                <a:moveTo>
                  <a:pt x="195" y="0"/>
                </a:moveTo>
                <a:cubicBezTo>
                  <a:pt x="195" y="0"/>
                  <a:pt x="98" y="0"/>
                  <a:pt x="98" y="49"/>
                </a:cubicBezTo>
                <a:lnTo>
                  <a:pt x="0" y="586"/>
                </a:lnTo>
                <a:cubicBezTo>
                  <a:pt x="0" y="634"/>
                  <a:pt x="0" y="683"/>
                  <a:pt x="49" y="732"/>
                </a:cubicBezTo>
                <a:lnTo>
                  <a:pt x="16246" y="10831"/>
                </a:lnTo>
                <a:cubicBezTo>
                  <a:pt x="16295" y="10831"/>
                  <a:pt x="16344" y="10831"/>
                  <a:pt x="16344" y="10782"/>
                </a:cubicBezTo>
                <a:lnTo>
                  <a:pt x="16442" y="10246"/>
                </a:lnTo>
                <a:cubicBezTo>
                  <a:pt x="16442" y="10197"/>
                  <a:pt x="16442" y="10148"/>
                  <a:pt x="16344" y="10099"/>
                </a:cubicBezTo>
                <a:lnTo>
                  <a:pt x="1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7468568" y="2047691"/>
            <a:ext cx="405008" cy="269385"/>
          </a:xfrm>
          <a:custGeom>
            <a:rect b="b" l="l" r="r" t="t"/>
            <a:pathLst>
              <a:path extrusionOk="0" h="10835" w="16442">
                <a:moveTo>
                  <a:pt x="169" y="0"/>
                </a:moveTo>
                <a:cubicBezTo>
                  <a:pt x="131" y="0"/>
                  <a:pt x="98" y="24"/>
                  <a:pt x="98" y="81"/>
                </a:cubicBezTo>
                <a:lnTo>
                  <a:pt x="0" y="618"/>
                </a:lnTo>
                <a:cubicBezTo>
                  <a:pt x="0" y="667"/>
                  <a:pt x="0" y="715"/>
                  <a:pt x="49" y="715"/>
                </a:cubicBezTo>
                <a:lnTo>
                  <a:pt x="16246" y="10814"/>
                </a:lnTo>
                <a:cubicBezTo>
                  <a:pt x="16261" y="10829"/>
                  <a:pt x="16275" y="10835"/>
                  <a:pt x="16288" y="10835"/>
                </a:cubicBezTo>
                <a:cubicBezTo>
                  <a:pt x="16320" y="10835"/>
                  <a:pt x="16344" y="10800"/>
                  <a:pt x="16344" y="10766"/>
                </a:cubicBezTo>
                <a:lnTo>
                  <a:pt x="16442" y="10278"/>
                </a:lnTo>
                <a:cubicBezTo>
                  <a:pt x="16442" y="10180"/>
                  <a:pt x="16442" y="10131"/>
                  <a:pt x="16393" y="10083"/>
                </a:cubicBezTo>
                <a:lnTo>
                  <a:pt x="244" y="32"/>
                </a:lnTo>
                <a:cubicBezTo>
                  <a:pt x="224" y="12"/>
                  <a:pt x="195" y="0"/>
                  <a:pt x="1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7462557" y="2080733"/>
            <a:ext cx="406215" cy="269808"/>
          </a:xfrm>
          <a:custGeom>
            <a:rect b="b" l="l" r="r" t="t"/>
            <a:pathLst>
              <a:path extrusionOk="0" h="10852" w="16491">
                <a:moveTo>
                  <a:pt x="202" y="0"/>
                </a:moveTo>
                <a:cubicBezTo>
                  <a:pt x="171" y="0"/>
                  <a:pt x="147" y="35"/>
                  <a:pt x="147" y="69"/>
                </a:cubicBezTo>
                <a:lnTo>
                  <a:pt x="49" y="606"/>
                </a:lnTo>
                <a:cubicBezTo>
                  <a:pt x="0" y="655"/>
                  <a:pt x="49" y="704"/>
                  <a:pt x="98" y="752"/>
                </a:cubicBezTo>
                <a:lnTo>
                  <a:pt x="16246" y="10851"/>
                </a:lnTo>
                <a:cubicBezTo>
                  <a:pt x="16295" y="10851"/>
                  <a:pt x="16344" y="10851"/>
                  <a:pt x="16393" y="10803"/>
                </a:cubicBezTo>
                <a:lnTo>
                  <a:pt x="16490" y="10266"/>
                </a:lnTo>
                <a:cubicBezTo>
                  <a:pt x="16490" y="10217"/>
                  <a:pt x="16442" y="10120"/>
                  <a:pt x="16393" y="10120"/>
                </a:cubicBezTo>
                <a:lnTo>
                  <a:pt x="244" y="21"/>
                </a:lnTo>
                <a:cubicBezTo>
                  <a:pt x="230" y="6"/>
                  <a:pt x="216" y="0"/>
                  <a:pt x="2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7456547" y="2114695"/>
            <a:ext cx="300467" cy="203102"/>
          </a:xfrm>
          <a:custGeom>
            <a:rect b="b" l="l" r="r" t="t"/>
            <a:pathLst>
              <a:path extrusionOk="0" h="8169" w="12198">
                <a:moveTo>
                  <a:pt x="203" y="0"/>
                </a:moveTo>
                <a:cubicBezTo>
                  <a:pt x="171" y="0"/>
                  <a:pt x="147" y="35"/>
                  <a:pt x="147" y="69"/>
                </a:cubicBezTo>
                <a:lnTo>
                  <a:pt x="49" y="606"/>
                </a:lnTo>
                <a:cubicBezTo>
                  <a:pt x="0" y="655"/>
                  <a:pt x="49" y="704"/>
                  <a:pt x="98" y="752"/>
                </a:cubicBezTo>
                <a:lnTo>
                  <a:pt x="11953" y="8168"/>
                </a:lnTo>
                <a:cubicBezTo>
                  <a:pt x="12002" y="8168"/>
                  <a:pt x="12051" y="8168"/>
                  <a:pt x="12051" y="8119"/>
                </a:cubicBezTo>
                <a:lnTo>
                  <a:pt x="12148" y="7583"/>
                </a:lnTo>
                <a:cubicBezTo>
                  <a:pt x="12197" y="7534"/>
                  <a:pt x="12148" y="7436"/>
                  <a:pt x="12100" y="7436"/>
                </a:cubicBezTo>
                <a:lnTo>
                  <a:pt x="244" y="21"/>
                </a:lnTo>
                <a:cubicBezTo>
                  <a:pt x="230" y="6"/>
                  <a:pt x="216" y="0"/>
                  <a:pt x="2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7431298" y="2282091"/>
            <a:ext cx="405032" cy="269087"/>
          </a:xfrm>
          <a:custGeom>
            <a:rect b="b" l="l" r="r" t="t"/>
            <a:pathLst>
              <a:path extrusionOk="0" h="10823" w="16443">
                <a:moveTo>
                  <a:pt x="154" y="0"/>
                </a:moveTo>
                <a:cubicBezTo>
                  <a:pt x="123" y="0"/>
                  <a:pt x="98" y="35"/>
                  <a:pt x="98" y="69"/>
                </a:cubicBezTo>
                <a:lnTo>
                  <a:pt x="1" y="606"/>
                </a:lnTo>
                <a:cubicBezTo>
                  <a:pt x="1" y="655"/>
                  <a:pt x="1" y="703"/>
                  <a:pt x="49" y="703"/>
                </a:cubicBezTo>
                <a:lnTo>
                  <a:pt x="16247" y="10802"/>
                </a:lnTo>
                <a:cubicBezTo>
                  <a:pt x="16261" y="10817"/>
                  <a:pt x="16276" y="10823"/>
                  <a:pt x="16289" y="10823"/>
                </a:cubicBezTo>
                <a:cubicBezTo>
                  <a:pt x="16320" y="10823"/>
                  <a:pt x="16345" y="10788"/>
                  <a:pt x="16345" y="10754"/>
                </a:cubicBezTo>
                <a:lnTo>
                  <a:pt x="16442" y="10266"/>
                </a:lnTo>
                <a:cubicBezTo>
                  <a:pt x="16442" y="10168"/>
                  <a:pt x="16393" y="10119"/>
                  <a:pt x="16345" y="10071"/>
                </a:cubicBezTo>
                <a:lnTo>
                  <a:pt x="196" y="20"/>
                </a:lnTo>
                <a:cubicBezTo>
                  <a:pt x="182" y="6"/>
                  <a:pt x="167" y="0"/>
                  <a:pt x="1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7425287" y="2314835"/>
            <a:ext cx="405032" cy="269087"/>
          </a:xfrm>
          <a:custGeom>
            <a:rect b="b" l="l" r="r" t="t"/>
            <a:pathLst>
              <a:path extrusionOk="0" h="10823" w="16443">
                <a:moveTo>
                  <a:pt x="193" y="0"/>
                </a:moveTo>
                <a:cubicBezTo>
                  <a:pt x="147" y="0"/>
                  <a:pt x="98" y="35"/>
                  <a:pt x="98" y="69"/>
                </a:cubicBezTo>
                <a:lnTo>
                  <a:pt x="1" y="606"/>
                </a:lnTo>
                <a:cubicBezTo>
                  <a:pt x="1" y="655"/>
                  <a:pt x="1" y="704"/>
                  <a:pt x="50" y="704"/>
                </a:cubicBezTo>
                <a:lnTo>
                  <a:pt x="16247" y="10803"/>
                </a:lnTo>
                <a:cubicBezTo>
                  <a:pt x="16261" y="10817"/>
                  <a:pt x="16276" y="10823"/>
                  <a:pt x="16289" y="10823"/>
                </a:cubicBezTo>
                <a:cubicBezTo>
                  <a:pt x="16320" y="10823"/>
                  <a:pt x="16345" y="10788"/>
                  <a:pt x="16345" y="10754"/>
                </a:cubicBezTo>
                <a:lnTo>
                  <a:pt x="16442" y="10266"/>
                </a:lnTo>
                <a:cubicBezTo>
                  <a:pt x="16442" y="10168"/>
                  <a:pt x="16442" y="10120"/>
                  <a:pt x="16393" y="10071"/>
                </a:cubicBezTo>
                <a:lnTo>
                  <a:pt x="245" y="21"/>
                </a:lnTo>
                <a:cubicBezTo>
                  <a:pt x="230" y="6"/>
                  <a:pt x="212" y="0"/>
                  <a:pt x="19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7419277" y="2347578"/>
            <a:ext cx="406239" cy="269808"/>
          </a:xfrm>
          <a:custGeom>
            <a:rect b="b" l="l" r="r" t="t"/>
            <a:pathLst>
              <a:path extrusionOk="0" h="10852" w="16492">
                <a:moveTo>
                  <a:pt x="203" y="1"/>
                </a:moveTo>
                <a:cubicBezTo>
                  <a:pt x="172" y="1"/>
                  <a:pt x="147" y="35"/>
                  <a:pt x="147" y="70"/>
                </a:cubicBezTo>
                <a:lnTo>
                  <a:pt x="50" y="606"/>
                </a:lnTo>
                <a:cubicBezTo>
                  <a:pt x="1" y="655"/>
                  <a:pt x="50" y="704"/>
                  <a:pt x="98" y="753"/>
                </a:cubicBezTo>
                <a:lnTo>
                  <a:pt x="16296" y="10852"/>
                </a:lnTo>
                <a:cubicBezTo>
                  <a:pt x="16345" y="10852"/>
                  <a:pt x="16393" y="10852"/>
                  <a:pt x="16393" y="10803"/>
                </a:cubicBezTo>
                <a:lnTo>
                  <a:pt x="16491" y="10266"/>
                </a:lnTo>
                <a:cubicBezTo>
                  <a:pt x="16491" y="10218"/>
                  <a:pt x="16442" y="10120"/>
                  <a:pt x="16393" y="10120"/>
                </a:cubicBezTo>
                <a:lnTo>
                  <a:pt x="245" y="21"/>
                </a:lnTo>
                <a:cubicBezTo>
                  <a:pt x="230" y="7"/>
                  <a:pt x="216" y="1"/>
                  <a:pt x="2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7414473" y="2381540"/>
            <a:ext cx="299260" cy="202381"/>
          </a:xfrm>
          <a:custGeom>
            <a:rect b="b" l="l" r="r" t="t"/>
            <a:pathLst>
              <a:path extrusionOk="0" h="8140" w="12149">
                <a:moveTo>
                  <a:pt x="154" y="1"/>
                </a:moveTo>
                <a:cubicBezTo>
                  <a:pt x="123" y="1"/>
                  <a:pt x="98" y="35"/>
                  <a:pt x="98" y="70"/>
                </a:cubicBezTo>
                <a:lnTo>
                  <a:pt x="1" y="606"/>
                </a:lnTo>
                <a:cubicBezTo>
                  <a:pt x="1" y="655"/>
                  <a:pt x="1" y="704"/>
                  <a:pt x="49" y="704"/>
                </a:cubicBezTo>
                <a:lnTo>
                  <a:pt x="11905" y="8120"/>
                </a:lnTo>
                <a:cubicBezTo>
                  <a:pt x="11919" y="8134"/>
                  <a:pt x="11933" y="8140"/>
                  <a:pt x="11948" y="8140"/>
                </a:cubicBezTo>
                <a:cubicBezTo>
                  <a:pt x="11982" y="8140"/>
                  <a:pt x="12017" y="8105"/>
                  <a:pt x="12051" y="8071"/>
                </a:cubicBezTo>
                <a:lnTo>
                  <a:pt x="12149" y="7583"/>
                </a:lnTo>
                <a:cubicBezTo>
                  <a:pt x="12149" y="7485"/>
                  <a:pt x="12100" y="7437"/>
                  <a:pt x="12051" y="7388"/>
                </a:cubicBezTo>
                <a:lnTo>
                  <a:pt x="196" y="21"/>
                </a:lnTo>
                <a:cubicBezTo>
                  <a:pt x="182" y="7"/>
                  <a:pt x="167" y="1"/>
                  <a:pt x="1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7513031" y="1866024"/>
            <a:ext cx="140627" cy="100494"/>
          </a:xfrm>
          <a:custGeom>
            <a:rect b="b" l="l" r="r" t="t"/>
            <a:pathLst>
              <a:path extrusionOk="0" h="4042" w="5709">
                <a:moveTo>
                  <a:pt x="154" y="1"/>
                </a:moveTo>
                <a:cubicBezTo>
                  <a:pt x="122" y="1"/>
                  <a:pt x="98" y="35"/>
                  <a:pt x="98" y="70"/>
                </a:cubicBezTo>
                <a:lnTo>
                  <a:pt x="0" y="558"/>
                </a:lnTo>
                <a:cubicBezTo>
                  <a:pt x="0" y="607"/>
                  <a:pt x="0" y="655"/>
                  <a:pt x="49" y="655"/>
                </a:cubicBezTo>
                <a:lnTo>
                  <a:pt x="5513" y="4022"/>
                </a:lnTo>
                <a:cubicBezTo>
                  <a:pt x="5513" y="4036"/>
                  <a:pt x="5517" y="4042"/>
                  <a:pt x="5525" y="4042"/>
                </a:cubicBezTo>
                <a:cubicBezTo>
                  <a:pt x="5542" y="4042"/>
                  <a:pt x="5576" y="4007"/>
                  <a:pt x="5611" y="3973"/>
                </a:cubicBezTo>
                <a:lnTo>
                  <a:pt x="5660" y="3534"/>
                </a:lnTo>
                <a:cubicBezTo>
                  <a:pt x="5708" y="3485"/>
                  <a:pt x="5660" y="3387"/>
                  <a:pt x="5611" y="3387"/>
                </a:cubicBezTo>
                <a:lnTo>
                  <a:pt x="195" y="21"/>
                </a:lnTo>
                <a:cubicBezTo>
                  <a:pt x="181" y="7"/>
                  <a:pt x="167" y="1"/>
                  <a:pt x="1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7508227" y="1896356"/>
            <a:ext cx="139420" cy="100494"/>
          </a:xfrm>
          <a:custGeom>
            <a:rect b="b" l="l" r="r" t="t"/>
            <a:pathLst>
              <a:path extrusionOk="0" h="4042" w="5660">
                <a:moveTo>
                  <a:pt x="154" y="1"/>
                </a:moveTo>
                <a:cubicBezTo>
                  <a:pt x="122" y="1"/>
                  <a:pt x="98" y="35"/>
                  <a:pt x="98" y="70"/>
                </a:cubicBezTo>
                <a:lnTo>
                  <a:pt x="0" y="557"/>
                </a:lnTo>
                <a:cubicBezTo>
                  <a:pt x="0" y="606"/>
                  <a:pt x="0" y="655"/>
                  <a:pt x="49" y="655"/>
                </a:cubicBezTo>
                <a:lnTo>
                  <a:pt x="5464" y="4021"/>
                </a:lnTo>
                <a:cubicBezTo>
                  <a:pt x="5479" y="4036"/>
                  <a:pt x="5493" y="4042"/>
                  <a:pt x="5506" y="4042"/>
                </a:cubicBezTo>
                <a:cubicBezTo>
                  <a:pt x="5538" y="4042"/>
                  <a:pt x="5562" y="4007"/>
                  <a:pt x="5562" y="3973"/>
                </a:cubicBezTo>
                <a:lnTo>
                  <a:pt x="5659" y="3534"/>
                </a:lnTo>
                <a:cubicBezTo>
                  <a:pt x="5659" y="3436"/>
                  <a:pt x="5659" y="3387"/>
                  <a:pt x="5611" y="3387"/>
                </a:cubicBezTo>
                <a:lnTo>
                  <a:pt x="195" y="21"/>
                </a:lnTo>
                <a:cubicBezTo>
                  <a:pt x="181" y="7"/>
                  <a:pt x="167" y="1"/>
                  <a:pt x="1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7526234" y="1635925"/>
            <a:ext cx="187503" cy="243976"/>
          </a:xfrm>
          <a:custGeom>
            <a:rect b="b" l="l" r="r" t="t"/>
            <a:pathLst>
              <a:path extrusionOk="0" h="9813" w="7612">
                <a:moveTo>
                  <a:pt x="3416" y="836"/>
                </a:moveTo>
                <a:cubicBezTo>
                  <a:pt x="3611" y="836"/>
                  <a:pt x="3806" y="885"/>
                  <a:pt x="4002" y="933"/>
                </a:cubicBezTo>
                <a:cubicBezTo>
                  <a:pt x="5612" y="1470"/>
                  <a:pt x="6734" y="3666"/>
                  <a:pt x="6587" y="5910"/>
                </a:cubicBezTo>
                <a:cubicBezTo>
                  <a:pt x="6538" y="6983"/>
                  <a:pt x="6051" y="8008"/>
                  <a:pt x="5221" y="8691"/>
                </a:cubicBezTo>
                <a:cubicBezTo>
                  <a:pt x="4921" y="8901"/>
                  <a:pt x="4584" y="9000"/>
                  <a:pt x="4233" y="9000"/>
                </a:cubicBezTo>
                <a:cubicBezTo>
                  <a:pt x="4013" y="9000"/>
                  <a:pt x="3788" y="8961"/>
                  <a:pt x="3562" y="8886"/>
                </a:cubicBezTo>
                <a:cubicBezTo>
                  <a:pt x="2001" y="8398"/>
                  <a:pt x="830" y="6154"/>
                  <a:pt x="1025" y="3909"/>
                </a:cubicBezTo>
                <a:cubicBezTo>
                  <a:pt x="1025" y="2836"/>
                  <a:pt x="1513" y="1812"/>
                  <a:pt x="2392" y="1129"/>
                </a:cubicBezTo>
                <a:cubicBezTo>
                  <a:pt x="2684" y="933"/>
                  <a:pt x="3026" y="836"/>
                  <a:pt x="3416" y="836"/>
                </a:cubicBezTo>
                <a:close/>
                <a:moveTo>
                  <a:pt x="3392" y="1"/>
                </a:moveTo>
                <a:cubicBezTo>
                  <a:pt x="2867" y="1"/>
                  <a:pt x="2345" y="162"/>
                  <a:pt x="1904" y="446"/>
                </a:cubicBezTo>
                <a:cubicBezTo>
                  <a:pt x="830" y="1275"/>
                  <a:pt x="196" y="2495"/>
                  <a:pt x="196" y="3861"/>
                </a:cubicBezTo>
                <a:cubicBezTo>
                  <a:pt x="1" y="6495"/>
                  <a:pt x="1367" y="9081"/>
                  <a:pt x="3318" y="9666"/>
                </a:cubicBezTo>
                <a:cubicBezTo>
                  <a:pt x="3611" y="9764"/>
                  <a:pt x="3904" y="9813"/>
                  <a:pt x="4197" y="9813"/>
                </a:cubicBezTo>
                <a:cubicBezTo>
                  <a:pt x="4733" y="9813"/>
                  <a:pt x="5221" y="9666"/>
                  <a:pt x="5660" y="9374"/>
                </a:cubicBezTo>
                <a:cubicBezTo>
                  <a:pt x="6734" y="8544"/>
                  <a:pt x="7368" y="7325"/>
                  <a:pt x="7368" y="5959"/>
                </a:cubicBezTo>
                <a:cubicBezTo>
                  <a:pt x="7612" y="3373"/>
                  <a:pt x="6197" y="738"/>
                  <a:pt x="4245" y="153"/>
                </a:cubicBezTo>
                <a:cubicBezTo>
                  <a:pt x="3969" y="49"/>
                  <a:pt x="3680" y="1"/>
                  <a:pt x="33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7772617" y="2024222"/>
            <a:ext cx="140627" cy="100693"/>
          </a:xfrm>
          <a:custGeom>
            <a:rect b="b" l="l" r="r" t="t"/>
            <a:pathLst>
              <a:path extrusionOk="0" h="4050" w="5709">
                <a:moveTo>
                  <a:pt x="244" y="1"/>
                </a:moveTo>
                <a:cubicBezTo>
                  <a:pt x="196" y="1"/>
                  <a:pt x="98" y="1"/>
                  <a:pt x="98" y="49"/>
                </a:cubicBezTo>
                <a:lnTo>
                  <a:pt x="0" y="537"/>
                </a:lnTo>
                <a:cubicBezTo>
                  <a:pt x="0" y="586"/>
                  <a:pt x="49" y="635"/>
                  <a:pt x="49" y="635"/>
                </a:cubicBezTo>
                <a:lnTo>
                  <a:pt x="5513" y="4050"/>
                </a:lnTo>
                <a:cubicBezTo>
                  <a:pt x="5562" y="4050"/>
                  <a:pt x="5611" y="4050"/>
                  <a:pt x="5611" y="4001"/>
                </a:cubicBezTo>
                <a:lnTo>
                  <a:pt x="5709" y="3513"/>
                </a:lnTo>
                <a:cubicBezTo>
                  <a:pt x="5709" y="3464"/>
                  <a:pt x="5660" y="3416"/>
                  <a:pt x="5611" y="3367"/>
                </a:cubicBezTo>
                <a:lnTo>
                  <a:pt x="24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7767813" y="2054553"/>
            <a:ext cx="139420" cy="100693"/>
          </a:xfrm>
          <a:custGeom>
            <a:rect b="b" l="l" r="r" t="t"/>
            <a:pathLst>
              <a:path extrusionOk="0" h="4050" w="5660">
                <a:moveTo>
                  <a:pt x="195" y="0"/>
                </a:moveTo>
                <a:cubicBezTo>
                  <a:pt x="147" y="0"/>
                  <a:pt x="98" y="0"/>
                  <a:pt x="98" y="49"/>
                </a:cubicBezTo>
                <a:lnTo>
                  <a:pt x="0" y="537"/>
                </a:lnTo>
                <a:cubicBezTo>
                  <a:pt x="0" y="586"/>
                  <a:pt x="0" y="634"/>
                  <a:pt x="49" y="634"/>
                </a:cubicBezTo>
                <a:lnTo>
                  <a:pt x="5513" y="4050"/>
                </a:lnTo>
                <a:cubicBezTo>
                  <a:pt x="5513" y="4050"/>
                  <a:pt x="5562" y="4050"/>
                  <a:pt x="5611" y="4001"/>
                </a:cubicBezTo>
                <a:lnTo>
                  <a:pt x="5660" y="3513"/>
                </a:lnTo>
                <a:cubicBezTo>
                  <a:pt x="5660" y="3464"/>
                  <a:pt x="5660" y="3415"/>
                  <a:pt x="5611" y="3367"/>
                </a:cubicBezTo>
                <a:lnTo>
                  <a:pt x="1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7785845" y="1794197"/>
            <a:ext cx="187478" cy="244597"/>
          </a:xfrm>
          <a:custGeom>
            <a:rect b="b" l="l" r="r" t="t"/>
            <a:pathLst>
              <a:path extrusionOk="0" h="9838" w="7611">
                <a:moveTo>
                  <a:pt x="3415" y="812"/>
                </a:moveTo>
                <a:cubicBezTo>
                  <a:pt x="3610" y="812"/>
                  <a:pt x="3806" y="861"/>
                  <a:pt x="4001" y="910"/>
                </a:cubicBezTo>
                <a:cubicBezTo>
                  <a:pt x="5611" y="1447"/>
                  <a:pt x="6782" y="3691"/>
                  <a:pt x="6586" y="5935"/>
                </a:cubicBezTo>
                <a:cubicBezTo>
                  <a:pt x="6538" y="7008"/>
                  <a:pt x="6050" y="7984"/>
                  <a:pt x="5220" y="8667"/>
                </a:cubicBezTo>
                <a:cubicBezTo>
                  <a:pt x="4900" y="8891"/>
                  <a:pt x="4537" y="9010"/>
                  <a:pt x="4174" y="9010"/>
                </a:cubicBezTo>
                <a:cubicBezTo>
                  <a:pt x="3984" y="9010"/>
                  <a:pt x="3795" y="8978"/>
                  <a:pt x="3610" y="8911"/>
                </a:cubicBezTo>
                <a:cubicBezTo>
                  <a:pt x="2000" y="8374"/>
                  <a:pt x="829" y="6130"/>
                  <a:pt x="1025" y="3886"/>
                </a:cubicBezTo>
                <a:cubicBezTo>
                  <a:pt x="1025" y="2813"/>
                  <a:pt x="1512" y="1837"/>
                  <a:pt x="2391" y="1154"/>
                </a:cubicBezTo>
                <a:cubicBezTo>
                  <a:pt x="2683" y="910"/>
                  <a:pt x="3025" y="812"/>
                  <a:pt x="3415" y="812"/>
                </a:cubicBezTo>
                <a:close/>
                <a:moveTo>
                  <a:pt x="3419" y="1"/>
                </a:moveTo>
                <a:cubicBezTo>
                  <a:pt x="2876" y="1"/>
                  <a:pt x="2348" y="153"/>
                  <a:pt x="1903" y="471"/>
                </a:cubicBezTo>
                <a:cubicBezTo>
                  <a:pt x="878" y="1251"/>
                  <a:pt x="244" y="2520"/>
                  <a:pt x="195" y="3837"/>
                </a:cubicBezTo>
                <a:cubicBezTo>
                  <a:pt x="0" y="6472"/>
                  <a:pt x="1366" y="9057"/>
                  <a:pt x="3318" y="9692"/>
                </a:cubicBezTo>
                <a:cubicBezTo>
                  <a:pt x="3610" y="9789"/>
                  <a:pt x="3903" y="9838"/>
                  <a:pt x="4196" y="9838"/>
                </a:cubicBezTo>
                <a:cubicBezTo>
                  <a:pt x="4732" y="9838"/>
                  <a:pt x="5220" y="9643"/>
                  <a:pt x="5708" y="9350"/>
                </a:cubicBezTo>
                <a:cubicBezTo>
                  <a:pt x="6733" y="8570"/>
                  <a:pt x="7367" y="7301"/>
                  <a:pt x="7416" y="5984"/>
                </a:cubicBezTo>
                <a:cubicBezTo>
                  <a:pt x="7611" y="3349"/>
                  <a:pt x="6245" y="763"/>
                  <a:pt x="4293" y="129"/>
                </a:cubicBezTo>
                <a:cubicBezTo>
                  <a:pt x="4004" y="44"/>
                  <a:pt x="3709" y="1"/>
                  <a:pt x="341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>
            <a:off x="8012963" y="2169789"/>
            <a:ext cx="140652" cy="100693"/>
          </a:xfrm>
          <a:custGeom>
            <a:rect b="b" l="l" r="r" t="t"/>
            <a:pathLst>
              <a:path extrusionOk="0" h="4050" w="5710">
                <a:moveTo>
                  <a:pt x="245" y="0"/>
                </a:moveTo>
                <a:cubicBezTo>
                  <a:pt x="196" y="0"/>
                  <a:pt x="99" y="0"/>
                  <a:pt x="99" y="49"/>
                </a:cubicBezTo>
                <a:lnTo>
                  <a:pt x="1" y="537"/>
                </a:lnTo>
                <a:cubicBezTo>
                  <a:pt x="1" y="586"/>
                  <a:pt x="50" y="634"/>
                  <a:pt x="50" y="634"/>
                </a:cubicBezTo>
                <a:lnTo>
                  <a:pt x="5514" y="4049"/>
                </a:lnTo>
                <a:cubicBezTo>
                  <a:pt x="5563" y="4049"/>
                  <a:pt x="5612" y="4049"/>
                  <a:pt x="5612" y="4001"/>
                </a:cubicBezTo>
                <a:lnTo>
                  <a:pt x="5709" y="3513"/>
                </a:lnTo>
                <a:cubicBezTo>
                  <a:pt x="5709" y="3464"/>
                  <a:pt x="5660" y="3415"/>
                  <a:pt x="5612" y="3366"/>
                </a:cubicBezTo>
                <a:lnTo>
                  <a:pt x="24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8008160" y="2200096"/>
            <a:ext cx="140627" cy="100718"/>
          </a:xfrm>
          <a:custGeom>
            <a:rect b="b" l="l" r="r" t="t"/>
            <a:pathLst>
              <a:path extrusionOk="0" h="4051" w="5709">
                <a:moveTo>
                  <a:pt x="245" y="1"/>
                </a:moveTo>
                <a:cubicBezTo>
                  <a:pt x="196" y="1"/>
                  <a:pt x="147" y="1"/>
                  <a:pt x="98" y="50"/>
                </a:cubicBezTo>
                <a:lnTo>
                  <a:pt x="50" y="537"/>
                </a:lnTo>
                <a:cubicBezTo>
                  <a:pt x="1" y="586"/>
                  <a:pt x="50" y="635"/>
                  <a:pt x="98" y="635"/>
                </a:cubicBezTo>
                <a:lnTo>
                  <a:pt x="5514" y="4050"/>
                </a:lnTo>
                <a:cubicBezTo>
                  <a:pt x="5563" y="4050"/>
                  <a:pt x="5611" y="4050"/>
                  <a:pt x="5611" y="4001"/>
                </a:cubicBezTo>
                <a:lnTo>
                  <a:pt x="5709" y="3513"/>
                </a:lnTo>
                <a:cubicBezTo>
                  <a:pt x="5709" y="3465"/>
                  <a:pt x="5660" y="3416"/>
                  <a:pt x="5611" y="3367"/>
                </a:cubicBezTo>
                <a:lnTo>
                  <a:pt x="24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8026192" y="1939765"/>
            <a:ext cx="187503" cy="244597"/>
          </a:xfrm>
          <a:custGeom>
            <a:rect b="b" l="l" r="r" t="t"/>
            <a:pathLst>
              <a:path extrusionOk="0" h="9838" w="7612">
                <a:moveTo>
                  <a:pt x="3416" y="812"/>
                </a:moveTo>
                <a:cubicBezTo>
                  <a:pt x="3611" y="812"/>
                  <a:pt x="3855" y="861"/>
                  <a:pt x="4050" y="909"/>
                </a:cubicBezTo>
                <a:cubicBezTo>
                  <a:pt x="5611" y="1397"/>
                  <a:pt x="6782" y="3641"/>
                  <a:pt x="6587" y="5886"/>
                </a:cubicBezTo>
                <a:cubicBezTo>
                  <a:pt x="6587" y="6959"/>
                  <a:pt x="6099" y="7984"/>
                  <a:pt x="5270" y="8667"/>
                </a:cubicBezTo>
                <a:cubicBezTo>
                  <a:pt x="4949" y="8891"/>
                  <a:pt x="4566" y="9010"/>
                  <a:pt x="4188" y="9010"/>
                </a:cubicBezTo>
                <a:cubicBezTo>
                  <a:pt x="3991" y="9010"/>
                  <a:pt x="3795" y="8978"/>
                  <a:pt x="3611" y="8911"/>
                </a:cubicBezTo>
                <a:cubicBezTo>
                  <a:pt x="2001" y="8374"/>
                  <a:pt x="879" y="6130"/>
                  <a:pt x="1025" y="3885"/>
                </a:cubicBezTo>
                <a:cubicBezTo>
                  <a:pt x="1074" y="2812"/>
                  <a:pt x="1562" y="1788"/>
                  <a:pt x="2391" y="1153"/>
                </a:cubicBezTo>
                <a:cubicBezTo>
                  <a:pt x="2684" y="909"/>
                  <a:pt x="3074" y="812"/>
                  <a:pt x="3416" y="812"/>
                </a:cubicBezTo>
                <a:close/>
                <a:moveTo>
                  <a:pt x="3455" y="0"/>
                </a:moveTo>
                <a:cubicBezTo>
                  <a:pt x="2925" y="0"/>
                  <a:pt x="2397" y="152"/>
                  <a:pt x="1952" y="470"/>
                </a:cubicBezTo>
                <a:cubicBezTo>
                  <a:pt x="879" y="1251"/>
                  <a:pt x="245" y="2519"/>
                  <a:pt x="245" y="3837"/>
                </a:cubicBezTo>
                <a:cubicBezTo>
                  <a:pt x="1" y="6471"/>
                  <a:pt x="1415" y="9057"/>
                  <a:pt x="3367" y="9691"/>
                </a:cubicBezTo>
                <a:cubicBezTo>
                  <a:pt x="3611" y="9740"/>
                  <a:pt x="3904" y="9789"/>
                  <a:pt x="4245" y="9838"/>
                </a:cubicBezTo>
                <a:cubicBezTo>
                  <a:pt x="4733" y="9789"/>
                  <a:pt x="5270" y="9642"/>
                  <a:pt x="5709" y="9350"/>
                </a:cubicBezTo>
                <a:cubicBezTo>
                  <a:pt x="6782" y="8520"/>
                  <a:pt x="7416" y="7301"/>
                  <a:pt x="7416" y="5983"/>
                </a:cubicBezTo>
                <a:cubicBezTo>
                  <a:pt x="7612" y="3398"/>
                  <a:pt x="6245" y="763"/>
                  <a:pt x="4294" y="129"/>
                </a:cubicBezTo>
                <a:cubicBezTo>
                  <a:pt x="4022" y="44"/>
                  <a:pt x="3738" y="0"/>
                  <a:pt x="345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8273756" y="2327465"/>
            <a:ext cx="139445" cy="100693"/>
          </a:xfrm>
          <a:custGeom>
            <a:rect b="b" l="l" r="r" t="t"/>
            <a:pathLst>
              <a:path extrusionOk="0" h="4050" w="5661">
                <a:moveTo>
                  <a:pt x="196" y="0"/>
                </a:moveTo>
                <a:cubicBezTo>
                  <a:pt x="147" y="0"/>
                  <a:pt x="98" y="0"/>
                  <a:pt x="98" y="49"/>
                </a:cubicBezTo>
                <a:lnTo>
                  <a:pt x="1" y="537"/>
                </a:lnTo>
                <a:cubicBezTo>
                  <a:pt x="1" y="586"/>
                  <a:pt x="1" y="635"/>
                  <a:pt x="50" y="635"/>
                </a:cubicBezTo>
                <a:lnTo>
                  <a:pt x="5514" y="4050"/>
                </a:lnTo>
                <a:cubicBezTo>
                  <a:pt x="5514" y="4050"/>
                  <a:pt x="5563" y="4050"/>
                  <a:pt x="5612" y="4001"/>
                </a:cubicBezTo>
                <a:lnTo>
                  <a:pt x="5660" y="3513"/>
                </a:lnTo>
                <a:cubicBezTo>
                  <a:pt x="5660" y="3464"/>
                  <a:pt x="5660" y="3416"/>
                  <a:pt x="5612" y="3367"/>
                </a:cubicBezTo>
                <a:lnTo>
                  <a:pt x="1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8268953" y="2357797"/>
            <a:ext cx="139445" cy="100693"/>
          </a:xfrm>
          <a:custGeom>
            <a:rect b="b" l="l" r="r" t="t"/>
            <a:pathLst>
              <a:path extrusionOk="0" h="4050" w="5661">
                <a:moveTo>
                  <a:pt x="196" y="0"/>
                </a:moveTo>
                <a:cubicBezTo>
                  <a:pt x="147" y="0"/>
                  <a:pt x="98" y="0"/>
                  <a:pt x="98" y="49"/>
                </a:cubicBezTo>
                <a:lnTo>
                  <a:pt x="1" y="537"/>
                </a:lnTo>
                <a:cubicBezTo>
                  <a:pt x="1" y="586"/>
                  <a:pt x="1" y="634"/>
                  <a:pt x="50" y="634"/>
                </a:cubicBezTo>
                <a:lnTo>
                  <a:pt x="5465" y="4050"/>
                </a:lnTo>
                <a:cubicBezTo>
                  <a:pt x="5514" y="4050"/>
                  <a:pt x="5563" y="4050"/>
                  <a:pt x="5563" y="4001"/>
                </a:cubicBezTo>
                <a:lnTo>
                  <a:pt x="5660" y="3513"/>
                </a:lnTo>
                <a:cubicBezTo>
                  <a:pt x="5660" y="3464"/>
                  <a:pt x="5660" y="3415"/>
                  <a:pt x="5611" y="3367"/>
                </a:cubicBezTo>
                <a:lnTo>
                  <a:pt x="1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8286984" y="2097440"/>
            <a:ext cx="187503" cy="244597"/>
          </a:xfrm>
          <a:custGeom>
            <a:rect b="b" l="l" r="r" t="t"/>
            <a:pathLst>
              <a:path extrusionOk="0" h="9838" w="7612">
                <a:moveTo>
                  <a:pt x="3367" y="812"/>
                </a:moveTo>
                <a:cubicBezTo>
                  <a:pt x="3611" y="812"/>
                  <a:pt x="3806" y="861"/>
                  <a:pt x="4001" y="910"/>
                </a:cubicBezTo>
                <a:cubicBezTo>
                  <a:pt x="5611" y="1446"/>
                  <a:pt x="6733" y="3691"/>
                  <a:pt x="6587" y="5935"/>
                </a:cubicBezTo>
                <a:cubicBezTo>
                  <a:pt x="6538" y="7008"/>
                  <a:pt x="6050" y="8033"/>
                  <a:pt x="5221" y="8716"/>
                </a:cubicBezTo>
                <a:cubicBezTo>
                  <a:pt x="4906" y="8905"/>
                  <a:pt x="4530" y="9012"/>
                  <a:pt x="4158" y="9012"/>
                </a:cubicBezTo>
                <a:cubicBezTo>
                  <a:pt x="3955" y="9012"/>
                  <a:pt x="3752" y="8980"/>
                  <a:pt x="3562" y="8911"/>
                </a:cubicBezTo>
                <a:cubicBezTo>
                  <a:pt x="2001" y="8374"/>
                  <a:pt x="830" y="6179"/>
                  <a:pt x="1025" y="3935"/>
                </a:cubicBezTo>
                <a:cubicBezTo>
                  <a:pt x="1025" y="2861"/>
                  <a:pt x="1513" y="1837"/>
                  <a:pt x="2342" y="1154"/>
                </a:cubicBezTo>
                <a:cubicBezTo>
                  <a:pt x="2635" y="959"/>
                  <a:pt x="3025" y="812"/>
                  <a:pt x="3367" y="812"/>
                </a:cubicBezTo>
                <a:close/>
                <a:moveTo>
                  <a:pt x="3406" y="1"/>
                </a:moveTo>
                <a:cubicBezTo>
                  <a:pt x="2876" y="1"/>
                  <a:pt x="2348" y="153"/>
                  <a:pt x="1903" y="471"/>
                </a:cubicBezTo>
                <a:cubicBezTo>
                  <a:pt x="830" y="1251"/>
                  <a:pt x="196" y="2520"/>
                  <a:pt x="196" y="3837"/>
                </a:cubicBezTo>
                <a:cubicBezTo>
                  <a:pt x="1" y="6472"/>
                  <a:pt x="1367" y="9057"/>
                  <a:pt x="3318" y="9692"/>
                </a:cubicBezTo>
                <a:cubicBezTo>
                  <a:pt x="3611" y="9789"/>
                  <a:pt x="3904" y="9838"/>
                  <a:pt x="4196" y="9838"/>
                </a:cubicBezTo>
                <a:cubicBezTo>
                  <a:pt x="4733" y="9838"/>
                  <a:pt x="5221" y="9643"/>
                  <a:pt x="5660" y="9350"/>
                </a:cubicBezTo>
                <a:cubicBezTo>
                  <a:pt x="6733" y="8569"/>
                  <a:pt x="7368" y="7301"/>
                  <a:pt x="7368" y="5984"/>
                </a:cubicBezTo>
                <a:cubicBezTo>
                  <a:pt x="7611" y="3349"/>
                  <a:pt x="6197" y="763"/>
                  <a:pt x="4245" y="129"/>
                </a:cubicBezTo>
                <a:cubicBezTo>
                  <a:pt x="3973" y="44"/>
                  <a:pt x="3689" y="1"/>
                  <a:pt x="340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6329254" y="711800"/>
            <a:ext cx="409811" cy="504609"/>
          </a:xfrm>
          <a:custGeom>
            <a:rect b="b" l="l" r="r" t="t"/>
            <a:pathLst>
              <a:path extrusionOk="0" h="20296" w="16637">
                <a:moveTo>
                  <a:pt x="9904" y="293"/>
                </a:moveTo>
                <a:cubicBezTo>
                  <a:pt x="9124" y="49"/>
                  <a:pt x="8294" y="0"/>
                  <a:pt x="7465" y="98"/>
                </a:cubicBezTo>
                <a:lnTo>
                  <a:pt x="7465" y="98"/>
                </a:lnTo>
                <a:lnTo>
                  <a:pt x="6196" y="342"/>
                </a:lnTo>
                <a:lnTo>
                  <a:pt x="6196" y="342"/>
                </a:lnTo>
                <a:cubicBezTo>
                  <a:pt x="3171" y="634"/>
                  <a:pt x="781" y="3611"/>
                  <a:pt x="439" y="8001"/>
                </a:cubicBezTo>
                <a:cubicBezTo>
                  <a:pt x="0" y="13368"/>
                  <a:pt x="2830" y="18686"/>
                  <a:pt x="6733" y="19954"/>
                </a:cubicBezTo>
                <a:cubicBezTo>
                  <a:pt x="7562" y="20247"/>
                  <a:pt x="8489" y="20296"/>
                  <a:pt x="9319" y="20101"/>
                </a:cubicBezTo>
                <a:lnTo>
                  <a:pt x="9319" y="20101"/>
                </a:lnTo>
                <a:lnTo>
                  <a:pt x="13124" y="19418"/>
                </a:lnTo>
                <a:lnTo>
                  <a:pt x="10685" y="19857"/>
                </a:lnTo>
                <a:cubicBezTo>
                  <a:pt x="13563" y="19467"/>
                  <a:pt x="15856" y="16490"/>
                  <a:pt x="16198" y="12246"/>
                </a:cubicBezTo>
                <a:cubicBezTo>
                  <a:pt x="16637" y="6928"/>
                  <a:pt x="13807" y="1561"/>
                  <a:pt x="9904" y="29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6329254" y="720005"/>
            <a:ext cx="367763" cy="494639"/>
          </a:xfrm>
          <a:custGeom>
            <a:rect b="b" l="l" r="r" t="t"/>
            <a:pathLst>
              <a:path extrusionOk="0" h="19895" w="14930">
                <a:moveTo>
                  <a:pt x="6626" y="1"/>
                </a:moveTo>
                <a:cubicBezTo>
                  <a:pt x="3425" y="1"/>
                  <a:pt x="816" y="3062"/>
                  <a:pt x="439" y="7671"/>
                </a:cubicBezTo>
                <a:cubicBezTo>
                  <a:pt x="0" y="13038"/>
                  <a:pt x="2830" y="18356"/>
                  <a:pt x="6733" y="19624"/>
                </a:cubicBezTo>
                <a:cubicBezTo>
                  <a:pt x="7289" y="19807"/>
                  <a:pt x="7837" y="19895"/>
                  <a:pt x="8370" y="19895"/>
                </a:cubicBezTo>
                <a:cubicBezTo>
                  <a:pt x="11536" y="19895"/>
                  <a:pt x="14163" y="16809"/>
                  <a:pt x="14539" y="12257"/>
                </a:cubicBezTo>
                <a:cubicBezTo>
                  <a:pt x="14929" y="6891"/>
                  <a:pt x="12100" y="1524"/>
                  <a:pt x="8245" y="256"/>
                </a:cubicBezTo>
                <a:cubicBezTo>
                  <a:pt x="7694" y="83"/>
                  <a:pt x="7152" y="1"/>
                  <a:pt x="6626" y="1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6392955" y="907092"/>
            <a:ext cx="241571" cy="155266"/>
          </a:xfrm>
          <a:custGeom>
            <a:rect b="b" l="l" r="r" t="t"/>
            <a:pathLst>
              <a:path extrusionOk="0" h="6245" w="9807">
                <a:moveTo>
                  <a:pt x="9026" y="0"/>
                </a:moveTo>
                <a:lnTo>
                  <a:pt x="3220" y="4001"/>
                </a:lnTo>
                <a:lnTo>
                  <a:pt x="1269" y="781"/>
                </a:lnTo>
                <a:lnTo>
                  <a:pt x="0" y="1610"/>
                </a:lnTo>
                <a:lnTo>
                  <a:pt x="2732" y="6245"/>
                </a:lnTo>
                <a:lnTo>
                  <a:pt x="9806" y="1269"/>
                </a:lnTo>
                <a:lnTo>
                  <a:pt x="90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4400135" y="3291684"/>
            <a:ext cx="312488" cy="196513"/>
          </a:xfrm>
          <a:custGeom>
            <a:rect b="b" l="l" r="r" t="t"/>
            <a:pathLst>
              <a:path extrusionOk="0" h="7904" w="12686">
                <a:moveTo>
                  <a:pt x="6562" y="0"/>
                </a:moveTo>
                <a:cubicBezTo>
                  <a:pt x="6489" y="0"/>
                  <a:pt x="6416" y="25"/>
                  <a:pt x="6343" y="73"/>
                </a:cubicBezTo>
                <a:lnTo>
                  <a:pt x="147" y="3928"/>
                </a:lnTo>
                <a:cubicBezTo>
                  <a:pt x="0" y="3976"/>
                  <a:pt x="0" y="4220"/>
                  <a:pt x="147" y="4269"/>
                </a:cubicBezTo>
                <a:lnTo>
                  <a:pt x="5904" y="7831"/>
                </a:lnTo>
                <a:cubicBezTo>
                  <a:pt x="5952" y="7879"/>
                  <a:pt x="6026" y="7904"/>
                  <a:pt x="6099" y="7904"/>
                </a:cubicBezTo>
                <a:cubicBezTo>
                  <a:pt x="6172" y="7904"/>
                  <a:pt x="6245" y="7879"/>
                  <a:pt x="6294" y="7831"/>
                </a:cubicBezTo>
                <a:lnTo>
                  <a:pt x="12539" y="4025"/>
                </a:lnTo>
                <a:cubicBezTo>
                  <a:pt x="12685" y="3928"/>
                  <a:pt x="12685" y="3732"/>
                  <a:pt x="12539" y="3635"/>
                </a:cubicBezTo>
                <a:lnTo>
                  <a:pt x="6782" y="73"/>
                </a:lnTo>
                <a:cubicBezTo>
                  <a:pt x="6709" y="25"/>
                  <a:pt x="6636" y="0"/>
                  <a:pt x="65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4400135" y="3093359"/>
            <a:ext cx="311281" cy="332387"/>
          </a:xfrm>
          <a:custGeom>
            <a:rect b="b" l="l" r="r" t="t"/>
            <a:pathLst>
              <a:path extrusionOk="0" h="13369" w="12637">
                <a:moveTo>
                  <a:pt x="12636" y="0"/>
                </a:moveTo>
                <a:lnTo>
                  <a:pt x="6099" y="147"/>
                </a:lnTo>
                <a:lnTo>
                  <a:pt x="0" y="293"/>
                </a:lnTo>
                <a:lnTo>
                  <a:pt x="0" y="9514"/>
                </a:lnTo>
                <a:cubicBezTo>
                  <a:pt x="0" y="9612"/>
                  <a:pt x="49" y="9709"/>
                  <a:pt x="98" y="9758"/>
                </a:cubicBezTo>
                <a:lnTo>
                  <a:pt x="5904" y="13319"/>
                </a:lnTo>
                <a:cubicBezTo>
                  <a:pt x="5952" y="13319"/>
                  <a:pt x="6001" y="13368"/>
                  <a:pt x="6099" y="13368"/>
                </a:cubicBezTo>
                <a:cubicBezTo>
                  <a:pt x="6148" y="13368"/>
                  <a:pt x="6245" y="13368"/>
                  <a:pt x="6294" y="13319"/>
                </a:cubicBezTo>
                <a:lnTo>
                  <a:pt x="12539" y="9465"/>
                </a:lnTo>
                <a:cubicBezTo>
                  <a:pt x="12636" y="9416"/>
                  <a:pt x="12636" y="9368"/>
                  <a:pt x="12636" y="9270"/>
                </a:cubicBezTo>
                <a:lnTo>
                  <a:pt x="126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/>
          <p:nvPr/>
        </p:nvSpPr>
        <p:spPr>
          <a:xfrm>
            <a:off x="4550349" y="3093359"/>
            <a:ext cx="161072" cy="332387"/>
          </a:xfrm>
          <a:custGeom>
            <a:rect b="b" l="l" r="r" t="t"/>
            <a:pathLst>
              <a:path extrusionOk="0" h="13369" w="6539">
                <a:moveTo>
                  <a:pt x="6538" y="0"/>
                </a:moveTo>
                <a:lnTo>
                  <a:pt x="1" y="147"/>
                </a:lnTo>
                <a:lnTo>
                  <a:pt x="1" y="13368"/>
                </a:lnTo>
                <a:cubicBezTo>
                  <a:pt x="50" y="13368"/>
                  <a:pt x="147" y="13368"/>
                  <a:pt x="196" y="13319"/>
                </a:cubicBezTo>
                <a:lnTo>
                  <a:pt x="6441" y="9465"/>
                </a:lnTo>
                <a:cubicBezTo>
                  <a:pt x="6538" y="9416"/>
                  <a:pt x="6538" y="9368"/>
                  <a:pt x="6538" y="9270"/>
                </a:cubicBezTo>
                <a:lnTo>
                  <a:pt x="65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5"/>
          <p:cNvSpPr/>
          <p:nvPr/>
        </p:nvSpPr>
        <p:spPr>
          <a:xfrm>
            <a:off x="4400135" y="2999057"/>
            <a:ext cx="312488" cy="195618"/>
          </a:xfrm>
          <a:custGeom>
            <a:rect b="b" l="l" r="r" t="t"/>
            <a:pathLst>
              <a:path extrusionOk="0" h="7868" w="12686">
                <a:moveTo>
                  <a:pt x="6562" y="0"/>
                </a:moveTo>
                <a:cubicBezTo>
                  <a:pt x="6489" y="0"/>
                  <a:pt x="6416" y="12"/>
                  <a:pt x="6343" y="37"/>
                </a:cubicBezTo>
                <a:lnTo>
                  <a:pt x="147" y="3891"/>
                </a:lnTo>
                <a:cubicBezTo>
                  <a:pt x="0" y="3989"/>
                  <a:pt x="0" y="4184"/>
                  <a:pt x="147" y="4281"/>
                </a:cubicBezTo>
                <a:lnTo>
                  <a:pt x="5904" y="7794"/>
                </a:lnTo>
                <a:cubicBezTo>
                  <a:pt x="5952" y="7843"/>
                  <a:pt x="6026" y="7867"/>
                  <a:pt x="6099" y="7867"/>
                </a:cubicBezTo>
                <a:cubicBezTo>
                  <a:pt x="6172" y="7867"/>
                  <a:pt x="6245" y="7843"/>
                  <a:pt x="6294" y="7794"/>
                </a:cubicBezTo>
                <a:lnTo>
                  <a:pt x="12539" y="3989"/>
                </a:lnTo>
                <a:cubicBezTo>
                  <a:pt x="12685" y="3891"/>
                  <a:pt x="12685" y="3696"/>
                  <a:pt x="12539" y="3598"/>
                </a:cubicBezTo>
                <a:lnTo>
                  <a:pt x="6782" y="37"/>
                </a:lnTo>
                <a:cubicBezTo>
                  <a:pt x="6709" y="12"/>
                  <a:pt x="6636" y="0"/>
                  <a:pt x="65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"/>
          <p:cNvSpPr/>
          <p:nvPr/>
        </p:nvSpPr>
        <p:spPr>
          <a:xfrm>
            <a:off x="4749854" y="3064543"/>
            <a:ext cx="312488" cy="189850"/>
          </a:xfrm>
          <a:custGeom>
            <a:rect b="b" l="l" r="r" t="t"/>
            <a:pathLst>
              <a:path extrusionOk="0" h="7636" w="12686">
                <a:moveTo>
                  <a:pt x="6563" y="1"/>
                </a:moveTo>
                <a:cubicBezTo>
                  <a:pt x="6489" y="1"/>
                  <a:pt x="6416" y="13"/>
                  <a:pt x="6343" y="37"/>
                </a:cubicBezTo>
                <a:lnTo>
                  <a:pt x="98" y="3794"/>
                </a:lnTo>
                <a:cubicBezTo>
                  <a:pt x="1" y="3843"/>
                  <a:pt x="1" y="4038"/>
                  <a:pt x="98" y="4135"/>
                </a:cubicBezTo>
                <a:lnTo>
                  <a:pt x="5904" y="7599"/>
                </a:lnTo>
                <a:cubicBezTo>
                  <a:pt x="5953" y="7624"/>
                  <a:pt x="6014" y="7636"/>
                  <a:pt x="6081" y="7636"/>
                </a:cubicBezTo>
                <a:cubicBezTo>
                  <a:pt x="6148" y="7636"/>
                  <a:pt x="6221" y="7624"/>
                  <a:pt x="6294" y="7599"/>
                </a:cubicBezTo>
                <a:lnTo>
                  <a:pt x="12539" y="3843"/>
                </a:lnTo>
                <a:cubicBezTo>
                  <a:pt x="12685" y="3794"/>
                  <a:pt x="12685" y="3599"/>
                  <a:pt x="12539" y="3501"/>
                </a:cubicBezTo>
                <a:lnTo>
                  <a:pt x="6782" y="37"/>
                </a:lnTo>
                <a:cubicBezTo>
                  <a:pt x="6709" y="13"/>
                  <a:pt x="6636" y="1"/>
                  <a:pt x="656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5"/>
          <p:cNvSpPr/>
          <p:nvPr/>
        </p:nvSpPr>
        <p:spPr>
          <a:xfrm>
            <a:off x="4749854" y="2620307"/>
            <a:ext cx="311281" cy="567685"/>
          </a:xfrm>
          <a:custGeom>
            <a:rect b="b" l="l" r="r" t="t"/>
            <a:pathLst>
              <a:path extrusionOk="0" h="22833" w="12637">
                <a:moveTo>
                  <a:pt x="12637" y="0"/>
                </a:moveTo>
                <a:lnTo>
                  <a:pt x="6099" y="98"/>
                </a:lnTo>
                <a:lnTo>
                  <a:pt x="1" y="244"/>
                </a:lnTo>
                <a:lnTo>
                  <a:pt x="1" y="19125"/>
                </a:lnTo>
                <a:cubicBezTo>
                  <a:pt x="1" y="19223"/>
                  <a:pt x="49" y="19320"/>
                  <a:pt x="98" y="19369"/>
                </a:cubicBezTo>
                <a:lnTo>
                  <a:pt x="5904" y="22784"/>
                </a:lnTo>
                <a:cubicBezTo>
                  <a:pt x="5953" y="22833"/>
                  <a:pt x="6002" y="22833"/>
                  <a:pt x="6099" y="22833"/>
                </a:cubicBezTo>
                <a:cubicBezTo>
                  <a:pt x="6148" y="22833"/>
                  <a:pt x="6245" y="22833"/>
                  <a:pt x="6294" y="22784"/>
                </a:cubicBezTo>
                <a:lnTo>
                  <a:pt x="12539" y="19076"/>
                </a:lnTo>
                <a:cubicBezTo>
                  <a:pt x="12588" y="19027"/>
                  <a:pt x="12637" y="18930"/>
                  <a:pt x="12637" y="18881"/>
                </a:cubicBezTo>
                <a:lnTo>
                  <a:pt x="1263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4900092" y="2620307"/>
            <a:ext cx="161047" cy="567685"/>
          </a:xfrm>
          <a:custGeom>
            <a:rect b="b" l="l" r="r" t="t"/>
            <a:pathLst>
              <a:path extrusionOk="0" h="22833" w="6538">
                <a:moveTo>
                  <a:pt x="6538" y="0"/>
                </a:moveTo>
                <a:lnTo>
                  <a:pt x="0" y="98"/>
                </a:lnTo>
                <a:lnTo>
                  <a:pt x="0" y="22833"/>
                </a:lnTo>
                <a:cubicBezTo>
                  <a:pt x="49" y="22833"/>
                  <a:pt x="146" y="22833"/>
                  <a:pt x="195" y="22784"/>
                </a:cubicBezTo>
                <a:lnTo>
                  <a:pt x="6440" y="19076"/>
                </a:lnTo>
                <a:cubicBezTo>
                  <a:pt x="6489" y="19027"/>
                  <a:pt x="6538" y="18930"/>
                  <a:pt x="6538" y="18881"/>
                </a:cubicBezTo>
                <a:lnTo>
                  <a:pt x="65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5"/>
          <p:cNvSpPr/>
          <p:nvPr/>
        </p:nvSpPr>
        <p:spPr>
          <a:xfrm>
            <a:off x="4749854" y="2528715"/>
            <a:ext cx="312488" cy="189552"/>
          </a:xfrm>
          <a:custGeom>
            <a:rect b="b" l="l" r="r" t="t"/>
            <a:pathLst>
              <a:path extrusionOk="0" h="7624" w="12686">
                <a:moveTo>
                  <a:pt x="6563" y="1"/>
                </a:moveTo>
                <a:cubicBezTo>
                  <a:pt x="6489" y="1"/>
                  <a:pt x="6416" y="25"/>
                  <a:pt x="6343" y="74"/>
                </a:cubicBezTo>
                <a:lnTo>
                  <a:pt x="98" y="3782"/>
                </a:lnTo>
                <a:cubicBezTo>
                  <a:pt x="1" y="3831"/>
                  <a:pt x="1" y="4074"/>
                  <a:pt x="98" y="4123"/>
                </a:cubicBezTo>
                <a:lnTo>
                  <a:pt x="5904" y="7587"/>
                </a:lnTo>
                <a:cubicBezTo>
                  <a:pt x="5953" y="7612"/>
                  <a:pt x="6014" y="7624"/>
                  <a:pt x="6081" y="7624"/>
                </a:cubicBezTo>
                <a:cubicBezTo>
                  <a:pt x="6148" y="7624"/>
                  <a:pt x="6221" y="7612"/>
                  <a:pt x="6294" y="7587"/>
                </a:cubicBezTo>
                <a:lnTo>
                  <a:pt x="12539" y="3879"/>
                </a:lnTo>
                <a:cubicBezTo>
                  <a:pt x="12685" y="3782"/>
                  <a:pt x="12685" y="3587"/>
                  <a:pt x="12539" y="3489"/>
                </a:cubicBezTo>
                <a:lnTo>
                  <a:pt x="6782" y="74"/>
                </a:lnTo>
                <a:cubicBezTo>
                  <a:pt x="6709" y="25"/>
                  <a:pt x="6636" y="1"/>
                  <a:pt x="656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5098390" y="2855005"/>
            <a:ext cx="313670" cy="195618"/>
          </a:xfrm>
          <a:custGeom>
            <a:rect b="b" l="l" r="r" t="t"/>
            <a:pathLst>
              <a:path extrusionOk="0" h="7868" w="12734">
                <a:moveTo>
                  <a:pt x="6611" y="1"/>
                </a:moveTo>
                <a:cubicBezTo>
                  <a:pt x="6538" y="1"/>
                  <a:pt x="6464" y="25"/>
                  <a:pt x="6391" y="74"/>
                </a:cubicBezTo>
                <a:lnTo>
                  <a:pt x="146" y="3879"/>
                </a:lnTo>
                <a:cubicBezTo>
                  <a:pt x="0" y="3977"/>
                  <a:pt x="0" y="4172"/>
                  <a:pt x="146" y="4270"/>
                </a:cubicBezTo>
                <a:lnTo>
                  <a:pt x="5903" y="7831"/>
                </a:lnTo>
                <a:cubicBezTo>
                  <a:pt x="5977" y="7855"/>
                  <a:pt x="6050" y="7868"/>
                  <a:pt x="6123" y="7868"/>
                </a:cubicBezTo>
                <a:cubicBezTo>
                  <a:pt x="6196" y="7868"/>
                  <a:pt x="6269" y="7855"/>
                  <a:pt x="6342" y="7831"/>
                </a:cubicBezTo>
                <a:lnTo>
                  <a:pt x="12587" y="3977"/>
                </a:lnTo>
                <a:cubicBezTo>
                  <a:pt x="12734" y="3879"/>
                  <a:pt x="12734" y="3684"/>
                  <a:pt x="12587" y="3635"/>
                </a:cubicBezTo>
                <a:lnTo>
                  <a:pt x="6830" y="74"/>
                </a:lnTo>
                <a:cubicBezTo>
                  <a:pt x="6757" y="25"/>
                  <a:pt x="6684" y="1"/>
                  <a:pt x="6611" y="1"/>
                </a:cubicBezTo>
                <a:close/>
              </a:path>
            </a:pathLst>
          </a:custGeom>
          <a:solidFill>
            <a:srgbClr val="6624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5099573" y="1933765"/>
            <a:ext cx="311281" cy="1058944"/>
          </a:xfrm>
          <a:custGeom>
            <a:rect b="b" l="l" r="r" t="t"/>
            <a:pathLst>
              <a:path extrusionOk="0" h="42592" w="12637">
                <a:moveTo>
                  <a:pt x="12637" y="0"/>
                </a:moveTo>
                <a:lnTo>
                  <a:pt x="6051" y="147"/>
                </a:lnTo>
                <a:lnTo>
                  <a:pt x="1" y="244"/>
                </a:lnTo>
                <a:lnTo>
                  <a:pt x="1" y="38738"/>
                </a:lnTo>
                <a:cubicBezTo>
                  <a:pt x="1" y="38835"/>
                  <a:pt x="50" y="38933"/>
                  <a:pt x="98" y="38982"/>
                </a:cubicBezTo>
                <a:lnTo>
                  <a:pt x="5855" y="42543"/>
                </a:lnTo>
                <a:cubicBezTo>
                  <a:pt x="5953" y="42543"/>
                  <a:pt x="6002" y="42592"/>
                  <a:pt x="6051" y="42592"/>
                </a:cubicBezTo>
                <a:cubicBezTo>
                  <a:pt x="6148" y="42592"/>
                  <a:pt x="6246" y="42592"/>
                  <a:pt x="6294" y="42543"/>
                </a:cubicBezTo>
                <a:lnTo>
                  <a:pt x="12539" y="38689"/>
                </a:lnTo>
                <a:cubicBezTo>
                  <a:pt x="12588" y="38640"/>
                  <a:pt x="12637" y="38591"/>
                  <a:pt x="12637" y="38494"/>
                </a:cubicBezTo>
                <a:lnTo>
                  <a:pt x="1263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5248604" y="1933765"/>
            <a:ext cx="162254" cy="1058944"/>
          </a:xfrm>
          <a:custGeom>
            <a:rect b="b" l="l" r="r" t="t"/>
            <a:pathLst>
              <a:path extrusionOk="0" h="42592" w="6587">
                <a:moveTo>
                  <a:pt x="6587" y="0"/>
                </a:moveTo>
                <a:lnTo>
                  <a:pt x="1" y="147"/>
                </a:lnTo>
                <a:lnTo>
                  <a:pt x="1" y="42592"/>
                </a:lnTo>
                <a:cubicBezTo>
                  <a:pt x="98" y="42592"/>
                  <a:pt x="196" y="42592"/>
                  <a:pt x="244" y="42543"/>
                </a:cubicBezTo>
                <a:lnTo>
                  <a:pt x="6489" y="38689"/>
                </a:lnTo>
                <a:cubicBezTo>
                  <a:pt x="6538" y="38640"/>
                  <a:pt x="6587" y="38591"/>
                  <a:pt x="6587" y="38494"/>
                </a:cubicBezTo>
                <a:lnTo>
                  <a:pt x="65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5098390" y="1838543"/>
            <a:ext cx="313670" cy="196538"/>
          </a:xfrm>
          <a:custGeom>
            <a:rect b="b" l="l" r="r" t="t"/>
            <a:pathLst>
              <a:path extrusionOk="0" h="7905" w="12734">
                <a:moveTo>
                  <a:pt x="6611" y="0"/>
                </a:moveTo>
                <a:cubicBezTo>
                  <a:pt x="6538" y="0"/>
                  <a:pt x="6464" y="25"/>
                  <a:pt x="6391" y="74"/>
                </a:cubicBezTo>
                <a:lnTo>
                  <a:pt x="146" y="3879"/>
                </a:lnTo>
                <a:cubicBezTo>
                  <a:pt x="0" y="3977"/>
                  <a:pt x="0" y="4172"/>
                  <a:pt x="146" y="4269"/>
                </a:cubicBezTo>
                <a:lnTo>
                  <a:pt x="5903" y="7831"/>
                </a:lnTo>
                <a:cubicBezTo>
                  <a:pt x="5977" y="7880"/>
                  <a:pt x="6050" y="7904"/>
                  <a:pt x="6123" y="7904"/>
                </a:cubicBezTo>
                <a:cubicBezTo>
                  <a:pt x="6196" y="7904"/>
                  <a:pt x="6269" y="7880"/>
                  <a:pt x="6342" y="7831"/>
                </a:cubicBezTo>
                <a:lnTo>
                  <a:pt x="12587" y="3977"/>
                </a:lnTo>
                <a:cubicBezTo>
                  <a:pt x="12734" y="3928"/>
                  <a:pt x="12734" y="3733"/>
                  <a:pt x="12587" y="3635"/>
                </a:cubicBezTo>
                <a:lnTo>
                  <a:pt x="6830" y="74"/>
                </a:lnTo>
                <a:cubicBezTo>
                  <a:pt x="6757" y="25"/>
                  <a:pt x="6684" y="0"/>
                  <a:pt x="66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5448109" y="2649719"/>
            <a:ext cx="313670" cy="195618"/>
          </a:xfrm>
          <a:custGeom>
            <a:rect b="b" l="l" r="r" t="t"/>
            <a:pathLst>
              <a:path extrusionOk="0" h="7868" w="12734">
                <a:moveTo>
                  <a:pt x="6635" y="0"/>
                </a:moveTo>
                <a:cubicBezTo>
                  <a:pt x="6562" y="0"/>
                  <a:pt x="6489" y="12"/>
                  <a:pt x="6440" y="37"/>
                </a:cubicBezTo>
                <a:lnTo>
                  <a:pt x="147" y="3891"/>
                </a:lnTo>
                <a:cubicBezTo>
                  <a:pt x="0" y="3940"/>
                  <a:pt x="0" y="4184"/>
                  <a:pt x="147" y="4281"/>
                </a:cubicBezTo>
                <a:lnTo>
                  <a:pt x="5904" y="7794"/>
                </a:lnTo>
                <a:cubicBezTo>
                  <a:pt x="5977" y="7843"/>
                  <a:pt x="6050" y="7867"/>
                  <a:pt x="6123" y="7867"/>
                </a:cubicBezTo>
                <a:cubicBezTo>
                  <a:pt x="6196" y="7867"/>
                  <a:pt x="6270" y="7843"/>
                  <a:pt x="6343" y="7794"/>
                </a:cubicBezTo>
                <a:lnTo>
                  <a:pt x="12588" y="3989"/>
                </a:lnTo>
                <a:cubicBezTo>
                  <a:pt x="12734" y="3891"/>
                  <a:pt x="12734" y="3696"/>
                  <a:pt x="12588" y="3598"/>
                </a:cubicBezTo>
                <a:lnTo>
                  <a:pt x="6831" y="37"/>
                </a:lnTo>
                <a:cubicBezTo>
                  <a:pt x="6782" y="12"/>
                  <a:pt x="6709" y="0"/>
                  <a:pt x="663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5449316" y="1660853"/>
            <a:ext cx="311281" cy="1114735"/>
          </a:xfrm>
          <a:custGeom>
            <a:rect b="b" l="l" r="r" t="t"/>
            <a:pathLst>
              <a:path extrusionOk="0" h="44836" w="12637">
                <a:moveTo>
                  <a:pt x="12636" y="0"/>
                </a:moveTo>
                <a:lnTo>
                  <a:pt x="6050" y="146"/>
                </a:lnTo>
                <a:lnTo>
                  <a:pt x="0" y="244"/>
                </a:lnTo>
                <a:lnTo>
                  <a:pt x="0" y="40982"/>
                </a:lnTo>
                <a:cubicBezTo>
                  <a:pt x="0" y="41079"/>
                  <a:pt x="0" y="41177"/>
                  <a:pt x="98" y="41226"/>
                </a:cubicBezTo>
                <a:lnTo>
                  <a:pt x="5855" y="44787"/>
                </a:lnTo>
                <a:cubicBezTo>
                  <a:pt x="5903" y="44836"/>
                  <a:pt x="6001" y="44836"/>
                  <a:pt x="6050" y="44836"/>
                </a:cubicBezTo>
                <a:cubicBezTo>
                  <a:pt x="6147" y="44836"/>
                  <a:pt x="6196" y="44836"/>
                  <a:pt x="6294" y="44787"/>
                </a:cubicBezTo>
                <a:lnTo>
                  <a:pt x="12539" y="40982"/>
                </a:lnTo>
                <a:cubicBezTo>
                  <a:pt x="12587" y="40933"/>
                  <a:pt x="12636" y="40835"/>
                  <a:pt x="12636" y="40787"/>
                </a:cubicBezTo>
                <a:lnTo>
                  <a:pt x="126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5598323" y="1660853"/>
            <a:ext cx="162279" cy="1114735"/>
          </a:xfrm>
          <a:custGeom>
            <a:rect b="b" l="l" r="r" t="t"/>
            <a:pathLst>
              <a:path extrusionOk="0" h="44836" w="6588">
                <a:moveTo>
                  <a:pt x="6587" y="0"/>
                </a:moveTo>
                <a:lnTo>
                  <a:pt x="1" y="146"/>
                </a:lnTo>
                <a:lnTo>
                  <a:pt x="1" y="44836"/>
                </a:lnTo>
                <a:cubicBezTo>
                  <a:pt x="98" y="44836"/>
                  <a:pt x="147" y="44836"/>
                  <a:pt x="245" y="44787"/>
                </a:cubicBezTo>
                <a:lnTo>
                  <a:pt x="6490" y="40982"/>
                </a:lnTo>
                <a:cubicBezTo>
                  <a:pt x="6538" y="40933"/>
                  <a:pt x="6587" y="40835"/>
                  <a:pt x="6587" y="40787"/>
                </a:cubicBezTo>
                <a:lnTo>
                  <a:pt x="65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5448109" y="1565631"/>
            <a:ext cx="313670" cy="196513"/>
          </a:xfrm>
          <a:custGeom>
            <a:rect b="b" l="l" r="r" t="t"/>
            <a:pathLst>
              <a:path extrusionOk="0" h="7904" w="12734">
                <a:moveTo>
                  <a:pt x="6635" y="0"/>
                </a:moveTo>
                <a:cubicBezTo>
                  <a:pt x="6562" y="0"/>
                  <a:pt x="6489" y="25"/>
                  <a:pt x="6440" y="73"/>
                </a:cubicBezTo>
                <a:lnTo>
                  <a:pt x="147" y="3928"/>
                </a:lnTo>
                <a:cubicBezTo>
                  <a:pt x="0" y="3976"/>
                  <a:pt x="0" y="4220"/>
                  <a:pt x="147" y="4269"/>
                </a:cubicBezTo>
                <a:lnTo>
                  <a:pt x="5904" y="7831"/>
                </a:lnTo>
                <a:cubicBezTo>
                  <a:pt x="5977" y="7879"/>
                  <a:pt x="6062" y="7904"/>
                  <a:pt x="6141" y="7904"/>
                </a:cubicBezTo>
                <a:cubicBezTo>
                  <a:pt x="6221" y="7904"/>
                  <a:pt x="6294" y="7879"/>
                  <a:pt x="6343" y="7831"/>
                </a:cubicBezTo>
                <a:lnTo>
                  <a:pt x="12588" y="4025"/>
                </a:lnTo>
                <a:cubicBezTo>
                  <a:pt x="12734" y="3928"/>
                  <a:pt x="12734" y="3732"/>
                  <a:pt x="12588" y="3635"/>
                </a:cubicBezTo>
                <a:lnTo>
                  <a:pt x="6831" y="73"/>
                </a:lnTo>
                <a:cubicBezTo>
                  <a:pt x="6782" y="25"/>
                  <a:pt x="6709" y="0"/>
                  <a:pt x="663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7916788" y="426778"/>
            <a:ext cx="443484" cy="321472"/>
          </a:xfrm>
          <a:custGeom>
            <a:rect b="b" l="l" r="r" t="t"/>
            <a:pathLst>
              <a:path extrusionOk="0" h="12930" w="18004">
                <a:moveTo>
                  <a:pt x="17613" y="10051"/>
                </a:moveTo>
                <a:lnTo>
                  <a:pt x="1562" y="50"/>
                </a:lnTo>
                <a:cubicBezTo>
                  <a:pt x="1416" y="1"/>
                  <a:pt x="1269" y="1"/>
                  <a:pt x="1172" y="50"/>
                </a:cubicBezTo>
                <a:lnTo>
                  <a:pt x="1172" y="50"/>
                </a:lnTo>
                <a:lnTo>
                  <a:pt x="1" y="684"/>
                </a:lnTo>
                <a:lnTo>
                  <a:pt x="781" y="1172"/>
                </a:lnTo>
                <a:lnTo>
                  <a:pt x="684" y="1660"/>
                </a:lnTo>
                <a:lnTo>
                  <a:pt x="8392" y="12052"/>
                </a:lnTo>
                <a:lnTo>
                  <a:pt x="16345" y="12247"/>
                </a:lnTo>
                <a:lnTo>
                  <a:pt x="16442" y="12930"/>
                </a:lnTo>
                <a:lnTo>
                  <a:pt x="17759" y="12247"/>
                </a:lnTo>
                <a:lnTo>
                  <a:pt x="18003" y="10783"/>
                </a:lnTo>
                <a:cubicBezTo>
                  <a:pt x="18003" y="10490"/>
                  <a:pt x="17857" y="10198"/>
                  <a:pt x="17613" y="1005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5"/>
          <p:cNvSpPr/>
          <p:nvPr/>
        </p:nvSpPr>
        <p:spPr>
          <a:xfrm>
            <a:off x="7889149" y="497138"/>
            <a:ext cx="459101" cy="521615"/>
          </a:xfrm>
          <a:custGeom>
            <a:rect b="b" l="l" r="r" t="t"/>
            <a:pathLst>
              <a:path extrusionOk="0" h="20980" w="18638">
                <a:moveTo>
                  <a:pt x="1611" y="1"/>
                </a:moveTo>
                <a:lnTo>
                  <a:pt x="293" y="684"/>
                </a:lnTo>
                <a:lnTo>
                  <a:pt x="732" y="2586"/>
                </a:lnTo>
                <a:lnTo>
                  <a:pt x="1171" y="2830"/>
                </a:lnTo>
                <a:lnTo>
                  <a:pt x="98" y="9612"/>
                </a:lnTo>
                <a:cubicBezTo>
                  <a:pt x="1" y="9905"/>
                  <a:pt x="147" y="10197"/>
                  <a:pt x="391" y="10344"/>
                </a:cubicBezTo>
                <a:lnTo>
                  <a:pt x="15320" y="19613"/>
                </a:lnTo>
                <a:lnTo>
                  <a:pt x="15174" y="20004"/>
                </a:lnTo>
                <a:lnTo>
                  <a:pt x="15515" y="20979"/>
                </a:lnTo>
                <a:lnTo>
                  <a:pt x="16735" y="20345"/>
                </a:lnTo>
                <a:lnTo>
                  <a:pt x="16784" y="20345"/>
                </a:lnTo>
                <a:cubicBezTo>
                  <a:pt x="16979" y="20248"/>
                  <a:pt x="17125" y="20101"/>
                  <a:pt x="17174" y="19857"/>
                </a:cubicBezTo>
                <a:lnTo>
                  <a:pt x="18637" y="10588"/>
                </a:lnTo>
                <a:lnTo>
                  <a:pt x="9319" y="1034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7901170" y="444256"/>
            <a:ext cx="426660" cy="303994"/>
          </a:xfrm>
          <a:custGeom>
            <a:rect b="b" l="l" r="r" t="t"/>
            <a:pathLst>
              <a:path extrusionOk="0" h="12227" w="17321">
                <a:moveTo>
                  <a:pt x="696" y="0"/>
                </a:moveTo>
                <a:cubicBezTo>
                  <a:pt x="459" y="0"/>
                  <a:pt x="234" y="148"/>
                  <a:pt x="196" y="420"/>
                </a:cubicBezTo>
                <a:lnTo>
                  <a:pt x="0" y="1640"/>
                </a:lnTo>
                <a:lnTo>
                  <a:pt x="7709" y="11983"/>
                </a:lnTo>
                <a:lnTo>
                  <a:pt x="17027" y="12227"/>
                </a:lnTo>
                <a:lnTo>
                  <a:pt x="17271" y="10714"/>
                </a:lnTo>
                <a:cubicBezTo>
                  <a:pt x="17320" y="10470"/>
                  <a:pt x="17174" y="10178"/>
                  <a:pt x="16930" y="10031"/>
                </a:cubicBezTo>
                <a:lnTo>
                  <a:pt x="879" y="30"/>
                </a:lnTo>
                <a:cubicBezTo>
                  <a:pt x="819" y="10"/>
                  <a:pt x="757" y="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7857914" y="514119"/>
            <a:ext cx="457894" cy="505828"/>
          </a:xfrm>
          <a:custGeom>
            <a:rect b="b" l="l" r="r" t="t"/>
            <a:pathLst>
              <a:path extrusionOk="0" h="20345" w="18589">
                <a:moveTo>
                  <a:pt x="1561" y="1"/>
                </a:moveTo>
                <a:lnTo>
                  <a:pt x="49" y="9612"/>
                </a:lnTo>
                <a:cubicBezTo>
                  <a:pt x="0" y="9905"/>
                  <a:pt x="98" y="10197"/>
                  <a:pt x="342" y="10344"/>
                </a:cubicBezTo>
                <a:lnTo>
                  <a:pt x="16295" y="20296"/>
                </a:lnTo>
                <a:cubicBezTo>
                  <a:pt x="16372" y="20329"/>
                  <a:pt x="16454" y="20345"/>
                  <a:pt x="16535" y="20345"/>
                </a:cubicBezTo>
                <a:cubicBezTo>
                  <a:pt x="16815" y="20345"/>
                  <a:pt x="17087" y="20160"/>
                  <a:pt x="17125" y="19857"/>
                </a:cubicBezTo>
                <a:lnTo>
                  <a:pt x="18588" y="10588"/>
                </a:lnTo>
                <a:lnTo>
                  <a:pt x="9270" y="10344"/>
                </a:lnTo>
                <a:lnTo>
                  <a:pt x="15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8086240" y="754287"/>
            <a:ext cx="262016" cy="23072"/>
          </a:xfrm>
          <a:custGeom>
            <a:rect b="b" l="l" r="r" t="t"/>
            <a:pathLst>
              <a:path extrusionOk="0" h="928" w="10637">
                <a:moveTo>
                  <a:pt x="1318" y="1"/>
                </a:moveTo>
                <a:lnTo>
                  <a:pt x="1" y="684"/>
                </a:lnTo>
                <a:lnTo>
                  <a:pt x="9319" y="928"/>
                </a:lnTo>
                <a:lnTo>
                  <a:pt x="10636" y="2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7507020" y="3594414"/>
            <a:ext cx="1533472" cy="930976"/>
          </a:xfrm>
          <a:custGeom>
            <a:rect b="b" l="l" r="r" t="t"/>
            <a:pathLst>
              <a:path extrusionOk="0" h="37445" w="62254">
                <a:moveTo>
                  <a:pt x="38299" y="0"/>
                </a:moveTo>
                <a:cubicBezTo>
                  <a:pt x="37860" y="0"/>
                  <a:pt x="37421" y="122"/>
                  <a:pt x="37030" y="366"/>
                </a:cubicBezTo>
                <a:lnTo>
                  <a:pt x="439" y="22516"/>
                </a:lnTo>
                <a:cubicBezTo>
                  <a:pt x="0" y="22711"/>
                  <a:pt x="0" y="23345"/>
                  <a:pt x="439" y="23589"/>
                </a:cubicBezTo>
                <a:lnTo>
                  <a:pt x="22833" y="37152"/>
                </a:lnTo>
                <a:cubicBezTo>
                  <a:pt x="23175" y="37347"/>
                  <a:pt x="23565" y="37445"/>
                  <a:pt x="23961" y="37445"/>
                </a:cubicBezTo>
                <a:cubicBezTo>
                  <a:pt x="24358" y="37445"/>
                  <a:pt x="24760" y="37347"/>
                  <a:pt x="25126" y="37152"/>
                </a:cubicBezTo>
                <a:lnTo>
                  <a:pt x="61863" y="14905"/>
                </a:lnTo>
                <a:cubicBezTo>
                  <a:pt x="62254" y="14661"/>
                  <a:pt x="62254" y="14076"/>
                  <a:pt x="61863" y="13832"/>
                </a:cubicBezTo>
                <a:lnTo>
                  <a:pt x="39567" y="366"/>
                </a:lnTo>
                <a:cubicBezTo>
                  <a:pt x="39177" y="122"/>
                  <a:pt x="38738" y="0"/>
                  <a:pt x="382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"/>
          <p:cNvSpPr/>
          <p:nvPr/>
        </p:nvSpPr>
        <p:spPr>
          <a:xfrm>
            <a:off x="7509410" y="3464012"/>
            <a:ext cx="1528668" cy="989826"/>
          </a:xfrm>
          <a:custGeom>
            <a:rect b="b" l="l" r="r" t="t"/>
            <a:pathLst>
              <a:path extrusionOk="0" h="39812" w="62059">
                <a:moveTo>
                  <a:pt x="61766" y="13954"/>
                </a:moveTo>
                <a:lnTo>
                  <a:pt x="39470" y="488"/>
                </a:lnTo>
                <a:cubicBezTo>
                  <a:pt x="38641" y="1"/>
                  <a:pt x="37665" y="1"/>
                  <a:pt x="36884" y="488"/>
                </a:cubicBezTo>
                <a:lnTo>
                  <a:pt x="294" y="22638"/>
                </a:lnTo>
                <a:cubicBezTo>
                  <a:pt x="98" y="22736"/>
                  <a:pt x="1" y="22931"/>
                  <a:pt x="1" y="23175"/>
                </a:cubicBezTo>
                <a:lnTo>
                  <a:pt x="1" y="25370"/>
                </a:lnTo>
                <a:lnTo>
                  <a:pt x="1" y="25370"/>
                </a:lnTo>
                <a:cubicBezTo>
                  <a:pt x="1" y="25565"/>
                  <a:pt x="98" y="25712"/>
                  <a:pt x="294" y="25858"/>
                </a:cubicBezTo>
                <a:lnTo>
                  <a:pt x="22687" y="39372"/>
                </a:lnTo>
                <a:cubicBezTo>
                  <a:pt x="23370" y="39811"/>
                  <a:pt x="24248" y="39811"/>
                  <a:pt x="24980" y="39372"/>
                </a:cubicBezTo>
                <a:lnTo>
                  <a:pt x="61766" y="17174"/>
                </a:lnTo>
                <a:cubicBezTo>
                  <a:pt x="61913" y="17027"/>
                  <a:pt x="62059" y="16832"/>
                  <a:pt x="62059" y="16637"/>
                </a:cubicBezTo>
                <a:lnTo>
                  <a:pt x="62059" y="14491"/>
                </a:lnTo>
                <a:cubicBezTo>
                  <a:pt x="62059" y="14247"/>
                  <a:pt x="61913" y="14051"/>
                  <a:pt x="61766" y="139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"/>
          <p:cNvSpPr/>
          <p:nvPr/>
        </p:nvSpPr>
        <p:spPr>
          <a:xfrm>
            <a:off x="7507020" y="3467045"/>
            <a:ext cx="1533472" cy="930678"/>
          </a:xfrm>
          <a:custGeom>
            <a:rect b="b" l="l" r="r" t="t"/>
            <a:pathLst>
              <a:path extrusionOk="0" h="37433" w="62254">
                <a:moveTo>
                  <a:pt x="38299" y="1"/>
                </a:moveTo>
                <a:cubicBezTo>
                  <a:pt x="37860" y="1"/>
                  <a:pt x="37421" y="123"/>
                  <a:pt x="37030" y="366"/>
                </a:cubicBezTo>
                <a:lnTo>
                  <a:pt x="439" y="22516"/>
                </a:lnTo>
                <a:cubicBezTo>
                  <a:pt x="0" y="22711"/>
                  <a:pt x="0" y="23345"/>
                  <a:pt x="439" y="23589"/>
                </a:cubicBezTo>
                <a:lnTo>
                  <a:pt x="22833" y="37104"/>
                </a:lnTo>
                <a:cubicBezTo>
                  <a:pt x="23175" y="37323"/>
                  <a:pt x="23565" y="37433"/>
                  <a:pt x="23961" y="37433"/>
                </a:cubicBezTo>
                <a:cubicBezTo>
                  <a:pt x="24358" y="37433"/>
                  <a:pt x="24760" y="37323"/>
                  <a:pt x="25126" y="37104"/>
                </a:cubicBezTo>
                <a:lnTo>
                  <a:pt x="61863" y="14905"/>
                </a:lnTo>
                <a:cubicBezTo>
                  <a:pt x="62254" y="14661"/>
                  <a:pt x="62254" y="14076"/>
                  <a:pt x="61863" y="13832"/>
                </a:cubicBezTo>
                <a:lnTo>
                  <a:pt x="39567" y="366"/>
                </a:lnTo>
                <a:cubicBezTo>
                  <a:pt x="39177" y="123"/>
                  <a:pt x="38738" y="1"/>
                  <a:pt x="3829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7658441" y="3511324"/>
            <a:ext cx="1305153" cy="796943"/>
          </a:xfrm>
          <a:custGeom>
            <a:rect b="b" l="l" r="r" t="t"/>
            <a:pathLst>
              <a:path extrusionOk="0" h="32054" w="52985">
                <a:moveTo>
                  <a:pt x="20540" y="31664"/>
                </a:moveTo>
                <a:lnTo>
                  <a:pt x="342" y="19467"/>
                </a:lnTo>
                <a:cubicBezTo>
                  <a:pt x="1" y="19271"/>
                  <a:pt x="1" y="18735"/>
                  <a:pt x="342" y="18540"/>
                </a:cubicBezTo>
                <a:lnTo>
                  <a:pt x="30249" y="439"/>
                </a:lnTo>
                <a:cubicBezTo>
                  <a:pt x="30981" y="0"/>
                  <a:pt x="31859" y="0"/>
                  <a:pt x="32591" y="439"/>
                </a:cubicBezTo>
                <a:lnTo>
                  <a:pt x="52643" y="12539"/>
                </a:lnTo>
                <a:cubicBezTo>
                  <a:pt x="52984" y="12783"/>
                  <a:pt x="52984" y="13271"/>
                  <a:pt x="52643" y="13515"/>
                </a:cubicBezTo>
                <a:lnTo>
                  <a:pt x="22589" y="31712"/>
                </a:lnTo>
                <a:cubicBezTo>
                  <a:pt x="21955" y="32054"/>
                  <a:pt x="21126" y="32054"/>
                  <a:pt x="20540" y="31664"/>
                </a:cubicBezTo>
                <a:close/>
              </a:path>
            </a:pathLst>
          </a:custGeom>
          <a:solidFill>
            <a:srgbClr val="009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7658441" y="3511324"/>
            <a:ext cx="1305153" cy="796943"/>
          </a:xfrm>
          <a:custGeom>
            <a:rect b="b" l="l" r="r" t="t"/>
            <a:pathLst>
              <a:path extrusionOk="0" h="32054" w="52985">
                <a:moveTo>
                  <a:pt x="52887" y="13222"/>
                </a:moveTo>
                <a:cubicBezTo>
                  <a:pt x="52838" y="13319"/>
                  <a:pt x="52740" y="13417"/>
                  <a:pt x="52643" y="13515"/>
                </a:cubicBezTo>
                <a:lnTo>
                  <a:pt x="22589" y="31664"/>
                </a:lnTo>
                <a:cubicBezTo>
                  <a:pt x="21955" y="32054"/>
                  <a:pt x="21174" y="32054"/>
                  <a:pt x="20540" y="31664"/>
                </a:cubicBezTo>
                <a:lnTo>
                  <a:pt x="342" y="19467"/>
                </a:lnTo>
                <a:cubicBezTo>
                  <a:pt x="245" y="19418"/>
                  <a:pt x="147" y="19320"/>
                  <a:pt x="98" y="19174"/>
                </a:cubicBezTo>
                <a:cubicBezTo>
                  <a:pt x="1" y="18930"/>
                  <a:pt x="98" y="18637"/>
                  <a:pt x="342" y="18540"/>
                </a:cubicBezTo>
                <a:lnTo>
                  <a:pt x="30249" y="391"/>
                </a:lnTo>
                <a:cubicBezTo>
                  <a:pt x="30981" y="0"/>
                  <a:pt x="31859" y="0"/>
                  <a:pt x="32591" y="391"/>
                </a:cubicBezTo>
                <a:lnTo>
                  <a:pt x="52643" y="12539"/>
                </a:lnTo>
                <a:cubicBezTo>
                  <a:pt x="52887" y="12685"/>
                  <a:pt x="52984" y="12978"/>
                  <a:pt x="52887" y="132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7660855" y="3522413"/>
            <a:ext cx="1300325" cy="783442"/>
          </a:xfrm>
          <a:custGeom>
            <a:rect b="b" l="l" r="r" t="t"/>
            <a:pathLst>
              <a:path extrusionOk="0" h="31511" w="52789">
                <a:moveTo>
                  <a:pt x="31337" y="0"/>
                </a:moveTo>
                <a:cubicBezTo>
                  <a:pt x="31038" y="0"/>
                  <a:pt x="30736" y="63"/>
                  <a:pt x="30444" y="189"/>
                </a:cubicBezTo>
                <a:cubicBezTo>
                  <a:pt x="30346" y="237"/>
                  <a:pt x="30249" y="286"/>
                  <a:pt x="30151" y="335"/>
                </a:cubicBezTo>
                <a:lnTo>
                  <a:pt x="29029" y="1018"/>
                </a:lnTo>
                <a:lnTo>
                  <a:pt x="26053" y="2823"/>
                </a:lnTo>
                <a:lnTo>
                  <a:pt x="244" y="18435"/>
                </a:lnTo>
                <a:cubicBezTo>
                  <a:pt x="147" y="18484"/>
                  <a:pt x="49" y="18582"/>
                  <a:pt x="0" y="18728"/>
                </a:cubicBezTo>
                <a:cubicBezTo>
                  <a:pt x="49" y="18874"/>
                  <a:pt x="147" y="18972"/>
                  <a:pt x="244" y="19021"/>
                </a:cubicBezTo>
                <a:lnTo>
                  <a:pt x="15124" y="28046"/>
                </a:lnTo>
                <a:lnTo>
                  <a:pt x="16832" y="29071"/>
                </a:lnTo>
                <a:lnTo>
                  <a:pt x="17710" y="29608"/>
                </a:lnTo>
                <a:lnTo>
                  <a:pt x="20442" y="31218"/>
                </a:lnTo>
                <a:cubicBezTo>
                  <a:pt x="20759" y="31413"/>
                  <a:pt x="21113" y="31510"/>
                  <a:pt x="21467" y="31510"/>
                </a:cubicBezTo>
                <a:cubicBezTo>
                  <a:pt x="21820" y="31510"/>
                  <a:pt x="22174" y="31413"/>
                  <a:pt x="22491" y="31218"/>
                </a:cubicBezTo>
                <a:lnTo>
                  <a:pt x="22735" y="31071"/>
                </a:lnTo>
                <a:lnTo>
                  <a:pt x="52545" y="13069"/>
                </a:lnTo>
                <a:cubicBezTo>
                  <a:pt x="52642" y="12971"/>
                  <a:pt x="52740" y="12873"/>
                  <a:pt x="52789" y="12776"/>
                </a:cubicBezTo>
                <a:cubicBezTo>
                  <a:pt x="52740" y="12629"/>
                  <a:pt x="52642" y="12532"/>
                  <a:pt x="52545" y="12483"/>
                </a:cubicBezTo>
                <a:lnTo>
                  <a:pt x="35322" y="2042"/>
                </a:lnTo>
                <a:lnTo>
                  <a:pt x="32493" y="335"/>
                </a:lnTo>
                <a:cubicBezTo>
                  <a:pt x="32130" y="112"/>
                  <a:pt x="31736" y="0"/>
                  <a:pt x="313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7695687" y="3853377"/>
            <a:ext cx="715081" cy="445188"/>
          </a:xfrm>
          <a:custGeom>
            <a:rect b="b" l="l" r="r" t="t"/>
            <a:pathLst>
              <a:path extrusionOk="0" h="17906" w="29030">
                <a:moveTo>
                  <a:pt x="10661" y="0"/>
                </a:moveTo>
                <a:cubicBezTo>
                  <a:pt x="10454" y="0"/>
                  <a:pt x="10246" y="49"/>
                  <a:pt x="10051" y="147"/>
                </a:cubicBezTo>
                <a:lnTo>
                  <a:pt x="1" y="6440"/>
                </a:lnTo>
                <a:lnTo>
                  <a:pt x="13710" y="14734"/>
                </a:lnTo>
                <a:lnTo>
                  <a:pt x="15418" y="15808"/>
                </a:lnTo>
                <a:lnTo>
                  <a:pt x="16296" y="16296"/>
                </a:lnTo>
                <a:lnTo>
                  <a:pt x="18931" y="17906"/>
                </a:lnTo>
                <a:lnTo>
                  <a:pt x="28639" y="11856"/>
                </a:lnTo>
                <a:cubicBezTo>
                  <a:pt x="29030" y="11612"/>
                  <a:pt x="29030" y="11075"/>
                  <a:pt x="28639" y="10831"/>
                </a:cubicBezTo>
                <a:lnTo>
                  <a:pt x="23614" y="7758"/>
                </a:lnTo>
                <a:lnTo>
                  <a:pt x="11271" y="147"/>
                </a:lnTo>
                <a:cubicBezTo>
                  <a:pt x="11076" y="49"/>
                  <a:pt x="10868" y="0"/>
                  <a:pt x="10661" y="0"/>
                </a:cubicBezTo>
                <a:close/>
              </a:path>
            </a:pathLst>
          </a:cu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7775006" y="4133573"/>
            <a:ext cx="125010" cy="87367"/>
          </a:xfrm>
          <a:custGeom>
            <a:rect b="b" l="l" r="r" t="t"/>
            <a:pathLst>
              <a:path extrusionOk="0" h="3514" w="5075">
                <a:moveTo>
                  <a:pt x="5075" y="1708"/>
                </a:moveTo>
                <a:lnTo>
                  <a:pt x="5075" y="1708"/>
                </a:lnTo>
                <a:cubicBezTo>
                  <a:pt x="4929" y="1269"/>
                  <a:pt x="4636" y="879"/>
                  <a:pt x="4197" y="683"/>
                </a:cubicBezTo>
                <a:cubicBezTo>
                  <a:pt x="3123" y="49"/>
                  <a:pt x="1757" y="0"/>
                  <a:pt x="635" y="586"/>
                </a:cubicBezTo>
                <a:cubicBezTo>
                  <a:pt x="342" y="781"/>
                  <a:pt x="99" y="1025"/>
                  <a:pt x="1" y="1366"/>
                </a:cubicBezTo>
                <a:lnTo>
                  <a:pt x="1" y="1366"/>
                </a:lnTo>
                <a:lnTo>
                  <a:pt x="1" y="1659"/>
                </a:lnTo>
                <a:lnTo>
                  <a:pt x="1" y="1659"/>
                </a:lnTo>
                <a:cubicBezTo>
                  <a:pt x="99" y="2147"/>
                  <a:pt x="391" y="2586"/>
                  <a:pt x="879" y="2830"/>
                </a:cubicBezTo>
                <a:cubicBezTo>
                  <a:pt x="1952" y="3464"/>
                  <a:pt x="3319" y="3513"/>
                  <a:pt x="4441" y="2928"/>
                </a:cubicBezTo>
                <a:cubicBezTo>
                  <a:pt x="4782" y="2733"/>
                  <a:pt x="5026" y="2342"/>
                  <a:pt x="5075" y="1952"/>
                </a:cubicBezTo>
                <a:lnTo>
                  <a:pt x="5075" y="195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7766606" y="4128725"/>
            <a:ext cx="140627" cy="86149"/>
          </a:xfrm>
          <a:custGeom>
            <a:rect b="b" l="l" r="r" t="t"/>
            <a:pathLst>
              <a:path extrusionOk="0" h="3465" w="5709">
                <a:moveTo>
                  <a:pt x="976" y="586"/>
                </a:moveTo>
                <a:cubicBezTo>
                  <a:pt x="2098" y="0"/>
                  <a:pt x="3464" y="49"/>
                  <a:pt x="4538" y="683"/>
                </a:cubicBezTo>
                <a:cubicBezTo>
                  <a:pt x="5611" y="1318"/>
                  <a:pt x="5709" y="2293"/>
                  <a:pt x="4782" y="2879"/>
                </a:cubicBezTo>
                <a:cubicBezTo>
                  <a:pt x="3611" y="3464"/>
                  <a:pt x="2293" y="3415"/>
                  <a:pt x="1171" y="2781"/>
                </a:cubicBezTo>
                <a:cubicBezTo>
                  <a:pt x="98" y="2147"/>
                  <a:pt x="0" y="1171"/>
                  <a:pt x="976" y="5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8356696" y="3550432"/>
            <a:ext cx="212726" cy="132840"/>
          </a:xfrm>
          <a:custGeom>
            <a:rect b="b" l="l" r="r" t="t"/>
            <a:pathLst>
              <a:path extrusionOk="0" h="5343" w="8636">
                <a:moveTo>
                  <a:pt x="3464" y="1"/>
                </a:moveTo>
                <a:cubicBezTo>
                  <a:pt x="3415" y="1"/>
                  <a:pt x="3367" y="13"/>
                  <a:pt x="3318" y="37"/>
                </a:cubicBezTo>
                <a:lnTo>
                  <a:pt x="147" y="1989"/>
                </a:lnTo>
                <a:cubicBezTo>
                  <a:pt x="0" y="2086"/>
                  <a:pt x="0" y="2233"/>
                  <a:pt x="147" y="2330"/>
                </a:cubicBezTo>
                <a:lnTo>
                  <a:pt x="1952" y="3452"/>
                </a:lnTo>
                <a:lnTo>
                  <a:pt x="5025" y="5306"/>
                </a:lnTo>
                <a:cubicBezTo>
                  <a:pt x="5074" y="5331"/>
                  <a:pt x="5123" y="5343"/>
                  <a:pt x="5172" y="5343"/>
                </a:cubicBezTo>
                <a:cubicBezTo>
                  <a:pt x="5221" y="5343"/>
                  <a:pt x="5269" y="5331"/>
                  <a:pt x="5318" y="5306"/>
                </a:cubicBezTo>
                <a:lnTo>
                  <a:pt x="8538" y="3306"/>
                </a:lnTo>
                <a:cubicBezTo>
                  <a:pt x="8636" y="3257"/>
                  <a:pt x="8636" y="3111"/>
                  <a:pt x="8538" y="3013"/>
                </a:cubicBezTo>
                <a:lnTo>
                  <a:pt x="7123" y="2184"/>
                </a:lnTo>
                <a:lnTo>
                  <a:pt x="3611" y="37"/>
                </a:lnTo>
                <a:cubicBezTo>
                  <a:pt x="3562" y="13"/>
                  <a:pt x="3513" y="1"/>
                  <a:pt x="34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"/>
          <p:cNvSpPr/>
          <p:nvPr/>
        </p:nvSpPr>
        <p:spPr>
          <a:xfrm>
            <a:off x="8569405" y="3638991"/>
            <a:ext cx="229575" cy="142537"/>
          </a:xfrm>
          <a:custGeom>
            <a:rect b="b" l="l" r="r" t="t"/>
            <a:pathLst>
              <a:path extrusionOk="0" h="5733" w="9320">
                <a:moveTo>
                  <a:pt x="659" y="0"/>
                </a:moveTo>
                <a:cubicBezTo>
                  <a:pt x="623" y="0"/>
                  <a:pt x="586" y="12"/>
                  <a:pt x="537" y="37"/>
                </a:cubicBezTo>
                <a:lnTo>
                  <a:pt x="49" y="281"/>
                </a:lnTo>
                <a:cubicBezTo>
                  <a:pt x="1" y="330"/>
                  <a:pt x="1" y="476"/>
                  <a:pt x="49" y="525"/>
                </a:cubicBezTo>
                <a:lnTo>
                  <a:pt x="8539" y="5696"/>
                </a:lnTo>
                <a:cubicBezTo>
                  <a:pt x="8563" y="5721"/>
                  <a:pt x="8600" y="5733"/>
                  <a:pt x="8636" y="5733"/>
                </a:cubicBezTo>
                <a:cubicBezTo>
                  <a:pt x="8673" y="5733"/>
                  <a:pt x="8709" y="5721"/>
                  <a:pt x="8734" y="5696"/>
                </a:cubicBezTo>
                <a:lnTo>
                  <a:pt x="9222" y="5403"/>
                </a:lnTo>
                <a:cubicBezTo>
                  <a:pt x="9319" y="5355"/>
                  <a:pt x="9319" y="5257"/>
                  <a:pt x="9222" y="5208"/>
                </a:cubicBezTo>
                <a:lnTo>
                  <a:pt x="781" y="37"/>
                </a:lnTo>
                <a:cubicBezTo>
                  <a:pt x="733" y="12"/>
                  <a:pt x="696" y="0"/>
                  <a:pt x="6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8541766" y="3655972"/>
            <a:ext cx="229575" cy="142537"/>
          </a:xfrm>
          <a:custGeom>
            <a:rect b="b" l="l" r="r" t="t"/>
            <a:pathLst>
              <a:path extrusionOk="0" h="5733" w="9320">
                <a:moveTo>
                  <a:pt x="690" y="0"/>
                </a:moveTo>
                <a:cubicBezTo>
                  <a:pt x="647" y="0"/>
                  <a:pt x="610" y="12"/>
                  <a:pt x="586" y="37"/>
                </a:cubicBezTo>
                <a:lnTo>
                  <a:pt x="98" y="281"/>
                </a:lnTo>
                <a:cubicBezTo>
                  <a:pt x="1" y="330"/>
                  <a:pt x="1" y="476"/>
                  <a:pt x="98" y="525"/>
                </a:cubicBezTo>
                <a:lnTo>
                  <a:pt x="8538" y="5696"/>
                </a:lnTo>
                <a:cubicBezTo>
                  <a:pt x="8587" y="5721"/>
                  <a:pt x="8624" y="5733"/>
                  <a:pt x="8660" y="5733"/>
                </a:cubicBezTo>
                <a:cubicBezTo>
                  <a:pt x="8697" y="5733"/>
                  <a:pt x="8734" y="5721"/>
                  <a:pt x="8782" y="5696"/>
                </a:cubicBezTo>
                <a:lnTo>
                  <a:pt x="9270" y="5403"/>
                </a:lnTo>
                <a:cubicBezTo>
                  <a:pt x="9319" y="5355"/>
                  <a:pt x="9319" y="5257"/>
                  <a:pt x="9270" y="5208"/>
                </a:cubicBezTo>
                <a:lnTo>
                  <a:pt x="830" y="37"/>
                </a:lnTo>
                <a:cubicBezTo>
                  <a:pt x="781" y="12"/>
                  <a:pt x="732" y="0"/>
                  <a:pt x="6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8516542" y="3672953"/>
            <a:ext cx="228343" cy="142537"/>
          </a:xfrm>
          <a:custGeom>
            <a:rect b="b" l="l" r="r" t="t"/>
            <a:pathLst>
              <a:path extrusionOk="0" h="5733" w="9270">
                <a:moveTo>
                  <a:pt x="677" y="0"/>
                </a:moveTo>
                <a:cubicBezTo>
                  <a:pt x="634" y="0"/>
                  <a:pt x="585" y="12"/>
                  <a:pt x="537" y="37"/>
                </a:cubicBezTo>
                <a:lnTo>
                  <a:pt x="49" y="330"/>
                </a:lnTo>
                <a:cubicBezTo>
                  <a:pt x="0" y="378"/>
                  <a:pt x="0" y="476"/>
                  <a:pt x="49" y="574"/>
                </a:cubicBezTo>
                <a:lnTo>
                  <a:pt x="8489" y="5696"/>
                </a:lnTo>
                <a:cubicBezTo>
                  <a:pt x="8538" y="5721"/>
                  <a:pt x="8587" y="5733"/>
                  <a:pt x="8629" y="5733"/>
                </a:cubicBezTo>
                <a:cubicBezTo>
                  <a:pt x="8672" y="5733"/>
                  <a:pt x="8709" y="5721"/>
                  <a:pt x="8733" y="5696"/>
                </a:cubicBezTo>
                <a:lnTo>
                  <a:pt x="9221" y="5452"/>
                </a:lnTo>
                <a:cubicBezTo>
                  <a:pt x="9270" y="5404"/>
                  <a:pt x="9270" y="5306"/>
                  <a:pt x="9221" y="5257"/>
                </a:cubicBezTo>
                <a:lnTo>
                  <a:pt x="781" y="37"/>
                </a:lnTo>
                <a:cubicBezTo>
                  <a:pt x="756" y="12"/>
                  <a:pt x="720" y="0"/>
                  <a:pt x="6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>
            <a:off x="8024985" y="3626560"/>
            <a:ext cx="753533" cy="475197"/>
          </a:xfrm>
          <a:custGeom>
            <a:rect b="b" l="l" r="r" t="t"/>
            <a:pathLst>
              <a:path extrusionOk="0" h="19113" w="30591">
                <a:moveTo>
                  <a:pt x="12271" y="0"/>
                </a:moveTo>
                <a:cubicBezTo>
                  <a:pt x="12064" y="0"/>
                  <a:pt x="11856" y="49"/>
                  <a:pt x="11661" y="147"/>
                </a:cubicBezTo>
                <a:lnTo>
                  <a:pt x="440" y="7221"/>
                </a:lnTo>
                <a:cubicBezTo>
                  <a:pt x="1" y="7416"/>
                  <a:pt x="1" y="8001"/>
                  <a:pt x="440" y="8245"/>
                </a:cubicBezTo>
                <a:lnTo>
                  <a:pt x="7026" y="12295"/>
                </a:lnTo>
                <a:lnTo>
                  <a:pt x="17760" y="18930"/>
                </a:lnTo>
                <a:cubicBezTo>
                  <a:pt x="17955" y="19052"/>
                  <a:pt x="18174" y="19113"/>
                  <a:pt x="18388" y="19113"/>
                </a:cubicBezTo>
                <a:cubicBezTo>
                  <a:pt x="18601" y="19113"/>
                  <a:pt x="18809" y="19052"/>
                  <a:pt x="18979" y="18930"/>
                </a:cubicBezTo>
                <a:lnTo>
                  <a:pt x="30200" y="11856"/>
                </a:lnTo>
                <a:cubicBezTo>
                  <a:pt x="30591" y="11612"/>
                  <a:pt x="30591" y="11075"/>
                  <a:pt x="30249" y="10831"/>
                </a:cubicBezTo>
                <a:lnTo>
                  <a:pt x="25224" y="7757"/>
                </a:lnTo>
                <a:lnTo>
                  <a:pt x="12881" y="147"/>
                </a:lnTo>
                <a:cubicBezTo>
                  <a:pt x="12686" y="49"/>
                  <a:pt x="12478" y="0"/>
                  <a:pt x="122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7695687" y="3853377"/>
            <a:ext cx="715081" cy="445188"/>
          </a:xfrm>
          <a:custGeom>
            <a:rect b="b" l="l" r="r" t="t"/>
            <a:pathLst>
              <a:path extrusionOk="0" h="17906" w="29030">
                <a:moveTo>
                  <a:pt x="10661" y="0"/>
                </a:moveTo>
                <a:cubicBezTo>
                  <a:pt x="10454" y="0"/>
                  <a:pt x="10246" y="49"/>
                  <a:pt x="10051" y="147"/>
                </a:cubicBezTo>
                <a:lnTo>
                  <a:pt x="1" y="6440"/>
                </a:lnTo>
                <a:lnTo>
                  <a:pt x="13710" y="14734"/>
                </a:lnTo>
                <a:lnTo>
                  <a:pt x="15418" y="15808"/>
                </a:lnTo>
                <a:lnTo>
                  <a:pt x="16296" y="16296"/>
                </a:lnTo>
                <a:lnTo>
                  <a:pt x="18931" y="17906"/>
                </a:lnTo>
                <a:lnTo>
                  <a:pt x="28639" y="11856"/>
                </a:lnTo>
                <a:cubicBezTo>
                  <a:pt x="29030" y="11612"/>
                  <a:pt x="29030" y="11075"/>
                  <a:pt x="28639" y="10831"/>
                </a:cubicBezTo>
                <a:lnTo>
                  <a:pt x="23614" y="7758"/>
                </a:lnTo>
                <a:lnTo>
                  <a:pt x="11271" y="147"/>
                </a:lnTo>
                <a:cubicBezTo>
                  <a:pt x="11076" y="49"/>
                  <a:pt x="10868" y="0"/>
                  <a:pt x="1066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8097111" y="3522413"/>
            <a:ext cx="433852" cy="783442"/>
          </a:xfrm>
          <a:custGeom>
            <a:rect b="b" l="l" r="r" t="t"/>
            <a:pathLst>
              <a:path extrusionOk="0" h="31511" w="17613">
                <a:moveTo>
                  <a:pt x="13627" y="0"/>
                </a:moveTo>
                <a:cubicBezTo>
                  <a:pt x="13328" y="0"/>
                  <a:pt x="13026" y="63"/>
                  <a:pt x="12734" y="189"/>
                </a:cubicBezTo>
                <a:lnTo>
                  <a:pt x="0" y="29608"/>
                </a:lnTo>
                <a:lnTo>
                  <a:pt x="2732" y="31218"/>
                </a:lnTo>
                <a:cubicBezTo>
                  <a:pt x="3049" y="31413"/>
                  <a:pt x="3403" y="31510"/>
                  <a:pt x="3757" y="31510"/>
                </a:cubicBezTo>
                <a:cubicBezTo>
                  <a:pt x="4110" y="31510"/>
                  <a:pt x="4464" y="31413"/>
                  <a:pt x="4781" y="31218"/>
                </a:cubicBezTo>
                <a:lnTo>
                  <a:pt x="5025" y="31071"/>
                </a:lnTo>
                <a:lnTo>
                  <a:pt x="17612" y="2042"/>
                </a:lnTo>
                <a:lnTo>
                  <a:pt x="14783" y="335"/>
                </a:lnTo>
                <a:cubicBezTo>
                  <a:pt x="14420" y="112"/>
                  <a:pt x="14026" y="0"/>
                  <a:pt x="1362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8033409" y="3548916"/>
            <a:ext cx="342515" cy="696274"/>
          </a:xfrm>
          <a:custGeom>
            <a:rect b="b" l="l" r="r" t="t"/>
            <a:pathLst>
              <a:path extrusionOk="0" h="28005" w="13905">
                <a:moveTo>
                  <a:pt x="13905" y="1"/>
                </a:moveTo>
                <a:lnTo>
                  <a:pt x="10929" y="1757"/>
                </a:lnTo>
                <a:lnTo>
                  <a:pt x="0" y="26980"/>
                </a:lnTo>
                <a:lnTo>
                  <a:pt x="1708" y="28005"/>
                </a:lnTo>
                <a:lnTo>
                  <a:pt x="1390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"/>
          <p:cNvSpPr/>
          <p:nvPr/>
        </p:nvSpPr>
        <p:spPr>
          <a:xfrm>
            <a:off x="6015573" y="4083849"/>
            <a:ext cx="201937" cy="58551"/>
          </a:xfrm>
          <a:custGeom>
            <a:rect b="b" l="l" r="r" t="t"/>
            <a:pathLst>
              <a:path extrusionOk="0" h="2355" w="8198">
                <a:moveTo>
                  <a:pt x="8197" y="0"/>
                </a:moveTo>
                <a:lnTo>
                  <a:pt x="2538" y="976"/>
                </a:lnTo>
                <a:lnTo>
                  <a:pt x="2050" y="1025"/>
                </a:lnTo>
                <a:lnTo>
                  <a:pt x="1562" y="1025"/>
                </a:lnTo>
                <a:lnTo>
                  <a:pt x="1074" y="1073"/>
                </a:lnTo>
                <a:lnTo>
                  <a:pt x="1" y="1171"/>
                </a:lnTo>
                <a:lnTo>
                  <a:pt x="1" y="1464"/>
                </a:lnTo>
                <a:cubicBezTo>
                  <a:pt x="49" y="1708"/>
                  <a:pt x="147" y="1903"/>
                  <a:pt x="342" y="2098"/>
                </a:cubicBezTo>
                <a:cubicBezTo>
                  <a:pt x="625" y="2260"/>
                  <a:pt x="975" y="2354"/>
                  <a:pt x="1336" y="2354"/>
                </a:cubicBezTo>
                <a:cubicBezTo>
                  <a:pt x="1411" y="2354"/>
                  <a:pt x="1487" y="2350"/>
                  <a:pt x="1562" y="2342"/>
                </a:cubicBezTo>
                <a:cubicBezTo>
                  <a:pt x="1903" y="2293"/>
                  <a:pt x="2294" y="2244"/>
                  <a:pt x="2684" y="2147"/>
                </a:cubicBezTo>
                <a:lnTo>
                  <a:pt x="2684" y="2049"/>
                </a:lnTo>
                <a:cubicBezTo>
                  <a:pt x="2928" y="2000"/>
                  <a:pt x="3172" y="1952"/>
                  <a:pt x="3465" y="1952"/>
                </a:cubicBezTo>
                <a:cubicBezTo>
                  <a:pt x="3855" y="1903"/>
                  <a:pt x="4782" y="1854"/>
                  <a:pt x="5562" y="1708"/>
                </a:cubicBezTo>
                <a:lnTo>
                  <a:pt x="5611" y="1708"/>
                </a:lnTo>
                <a:cubicBezTo>
                  <a:pt x="5953" y="1659"/>
                  <a:pt x="7368" y="1366"/>
                  <a:pt x="7953" y="634"/>
                </a:cubicBezTo>
                <a:cubicBezTo>
                  <a:pt x="8099" y="488"/>
                  <a:pt x="8197" y="293"/>
                  <a:pt x="8197" y="49"/>
                </a:cubicBezTo>
                <a:lnTo>
                  <a:pt x="8197" y="0"/>
                </a:lnTo>
                <a:close/>
              </a:path>
            </a:pathLst>
          </a:custGeom>
          <a:solidFill>
            <a:srgbClr val="0807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6009563" y="4055929"/>
            <a:ext cx="207948" cy="77447"/>
          </a:xfrm>
          <a:custGeom>
            <a:rect b="b" l="l" r="r" t="t"/>
            <a:pathLst>
              <a:path extrusionOk="0" h="3115" w="8442">
                <a:moveTo>
                  <a:pt x="3806" y="1"/>
                </a:moveTo>
                <a:cubicBezTo>
                  <a:pt x="3806" y="1"/>
                  <a:pt x="879" y="50"/>
                  <a:pt x="440" y="782"/>
                </a:cubicBezTo>
                <a:cubicBezTo>
                  <a:pt x="1" y="1513"/>
                  <a:pt x="50" y="2587"/>
                  <a:pt x="781" y="2977"/>
                </a:cubicBezTo>
                <a:cubicBezTo>
                  <a:pt x="1093" y="3062"/>
                  <a:pt x="1438" y="3114"/>
                  <a:pt x="1787" y="3114"/>
                </a:cubicBezTo>
                <a:cubicBezTo>
                  <a:pt x="2039" y="3114"/>
                  <a:pt x="2292" y="3087"/>
                  <a:pt x="2538" y="3026"/>
                </a:cubicBezTo>
                <a:cubicBezTo>
                  <a:pt x="3221" y="2879"/>
                  <a:pt x="3270" y="2928"/>
                  <a:pt x="4684" y="2782"/>
                </a:cubicBezTo>
                <a:cubicBezTo>
                  <a:pt x="6099" y="2684"/>
                  <a:pt x="8441" y="2099"/>
                  <a:pt x="8441" y="1123"/>
                </a:cubicBezTo>
                <a:cubicBezTo>
                  <a:pt x="8392" y="928"/>
                  <a:pt x="8295" y="733"/>
                  <a:pt x="8148" y="635"/>
                </a:cubicBezTo>
                <a:cubicBezTo>
                  <a:pt x="7758" y="391"/>
                  <a:pt x="6343" y="391"/>
                  <a:pt x="5563" y="391"/>
                </a:cubicBezTo>
                <a:cubicBezTo>
                  <a:pt x="4977" y="343"/>
                  <a:pt x="4392" y="245"/>
                  <a:pt x="3806" y="1"/>
                </a:cubicBezTo>
                <a:close/>
              </a:path>
            </a:pathLst>
          </a:cu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6023998" y="4023807"/>
            <a:ext cx="88948" cy="71654"/>
          </a:xfrm>
          <a:custGeom>
            <a:rect b="b" l="l" r="r" t="t"/>
            <a:pathLst>
              <a:path extrusionOk="0" h="2882" w="3611">
                <a:moveTo>
                  <a:pt x="3257" y="0"/>
                </a:moveTo>
                <a:cubicBezTo>
                  <a:pt x="3247" y="0"/>
                  <a:pt x="3234" y="37"/>
                  <a:pt x="3220" y="122"/>
                </a:cubicBezTo>
                <a:lnTo>
                  <a:pt x="195" y="415"/>
                </a:lnTo>
                <a:cubicBezTo>
                  <a:pt x="195" y="415"/>
                  <a:pt x="147" y="1488"/>
                  <a:pt x="147" y="1732"/>
                </a:cubicBezTo>
                <a:cubicBezTo>
                  <a:pt x="98" y="1927"/>
                  <a:pt x="0" y="2074"/>
                  <a:pt x="49" y="2269"/>
                </a:cubicBezTo>
                <a:cubicBezTo>
                  <a:pt x="92" y="2482"/>
                  <a:pt x="395" y="2881"/>
                  <a:pt x="1284" y="2881"/>
                </a:cubicBezTo>
                <a:cubicBezTo>
                  <a:pt x="1413" y="2881"/>
                  <a:pt x="1554" y="2873"/>
                  <a:pt x="1708" y="2854"/>
                </a:cubicBezTo>
                <a:cubicBezTo>
                  <a:pt x="2440" y="2805"/>
                  <a:pt x="3123" y="2464"/>
                  <a:pt x="3513" y="1830"/>
                </a:cubicBezTo>
                <a:cubicBezTo>
                  <a:pt x="3610" y="1537"/>
                  <a:pt x="3367" y="1488"/>
                  <a:pt x="3318" y="1391"/>
                </a:cubicBezTo>
                <a:cubicBezTo>
                  <a:pt x="3318" y="1265"/>
                  <a:pt x="3318" y="0"/>
                  <a:pt x="3257" y="0"/>
                </a:cubicBezTo>
                <a:close/>
              </a:path>
            </a:pathLst>
          </a:custGeom>
          <a:solidFill>
            <a:srgbClr val="F4C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5885780" y="3957699"/>
            <a:ext cx="177896" cy="142885"/>
          </a:xfrm>
          <a:custGeom>
            <a:rect b="b" l="l" r="r" t="t"/>
            <a:pathLst>
              <a:path extrusionOk="0" h="5747" w="7222">
                <a:moveTo>
                  <a:pt x="7172" y="0"/>
                </a:moveTo>
                <a:lnTo>
                  <a:pt x="49" y="3952"/>
                </a:lnTo>
                <a:cubicBezTo>
                  <a:pt x="1" y="4147"/>
                  <a:pt x="1" y="4391"/>
                  <a:pt x="49" y="4586"/>
                </a:cubicBezTo>
                <a:cubicBezTo>
                  <a:pt x="98" y="5074"/>
                  <a:pt x="391" y="5464"/>
                  <a:pt x="830" y="5611"/>
                </a:cubicBezTo>
                <a:cubicBezTo>
                  <a:pt x="1093" y="5698"/>
                  <a:pt x="1366" y="5747"/>
                  <a:pt x="1640" y="5747"/>
                </a:cubicBezTo>
                <a:cubicBezTo>
                  <a:pt x="1976" y="5747"/>
                  <a:pt x="2313" y="5674"/>
                  <a:pt x="2635" y="5513"/>
                </a:cubicBezTo>
                <a:cubicBezTo>
                  <a:pt x="3025" y="5318"/>
                  <a:pt x="3367" y="5074"/>
                  <a:pt x="3611" y="4781"/>
                </a:cubicBezTo>
                <a:lnTo>
                  <a:pt x="3611" y="4586"/>
                </a:lnTo>
                <a:cubicBezTo>
                  <a:pt x="3806" y="4245"/>
                  <a:pt x="4050" y="3952"/>
                  <a:pt x="4294" y="3659"/>
                </a:cubicBezTo>
                <a:cubicBezTo>
                  <a:pt x="4587" y="3415"/>
                  <a:pt x="4928" y="3220"/>
                  <a:pt x="5270" y="3025"/>
                </a:cubicBezTo>
                <a:cubicBezTo>
                  <a:pt x="5709" y="2732"/>
                  <a:pt x="6099" y="2391"/>
                  <a:pt x="6441" y="2049"/>
                </a:cubicBezTo>
                <a:cubicBezTo>
                  <a:pt x="6733" y="1708"/>
                  <a:pt x="6977" y="1317"/>
                  <a:pt x="7124" y="927"/>
                </a:cubicBezTo>
                <a:cubicBezTo>
                  <a:pt x="7221" y="634"/>
                  <a:pt x="7221" y="293"/>
                  <a:pt x="7172" y="0"/>
                </a:cubicBezTo>
                <a:close/>
              </a:path>
            </a:pathLst>
          </a:custGeom>
          <a:solidFill>
            <a:srgbClr val="0807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"/>
          <p:cNvSpPr/>
          <p:nvPr/>
        </p:nvSpPr>
        <p:spPr>
          <a:xfrm>
            <a:off x="5876173" y="3938257"/>
            <a:ext cx="192306" cy="153327"/>
          </a:xfrm>
          <a:custGeom>
            <a:rect b="b" l="l" r="r" t="t"/>
            <a:pathLst>
              <a:path extrusionOk="0" h="6167" w="7807">
                <a:moveTo>
                  <a:pt x="6682" y="1"/>
                </a:moveTo>
                <a:cubicBezTo>
                  <a:pt x="6329" y="1"/>
                  <a:pt x="5882" y="139"/>
                  <a:pt x="5367" y="489"/>
                </a:cubicBezTo>
                <a:cubicBezTo>
                  <a:pt x="4684" y="929"/>
                  <a:pt x="4001" y="1221"/>
                  <a:pt x="3269" y="1465"/>
                </a:cubicBezTo>
                <a:cubicBezTo>
                  <a:pt x="3269" y="1465"/>
                  <a:pt x="1464" y="2148"/>
                  <a:pt x="732" y="3319"/>
                </a:cubicBezTo>
                <a:cubicBezTo>
                  <a:pt x="0" y="4490"/>
                  <a:pt x="293" y="6051"/>
                  <a:pt x="1805" y="6149"/>
                </a:cubicBezTo>
                <a:cubicBezTo>
                  <a:pt x="1898" y="6160"/>
                  <a:pt x="1992" y="6166"/>
                  <a:pt x="2088" y="6166"/>
                </a:cubicBezTo>
                <a:cubicBezTo>
                  <a:pt x="2398" y="6166"/>
                  <a:pt x="2715" y="6103"/>
                  <a:pt x="2976" y="5954"/>
                </a:cubicBezTo>
                <a:cubicBezTo>
                  <a:pt x="3415" y="5759"/>
                  <a:pt x="3757" y="5417"/>
                  <a:pt x="4050" y="5027"/>
                </a:cubicBezTo>
                <a:cubicBezTo>
                  <a:pt x="4440" y="4441"/>
                  <a:pt x="4977" y="3953"/>
                  <a:pt x="5562" y="3661"/>
                </a:cubicBezTo>
                <a:cubicBezTo>
                  <a:pt x="7806" y="2343"/>
                  <a:pt x="7709" y="831"/>
                  <a:pt x="7465" y="392"/>
                </a:cubicBezTo>
                <a:cubicBezTo>
                  <a:pt x="7338" y="163"/>
                  <a:pt x="7065" y="1"/>
                  <a:pt x="6682" y="1"/>
                </a:cubicBezTo>
                <a:close/>
              </a:path>
            </a:pathLst>
          </a:cu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/>
          <p:nvPr/>
        </p:nvSpPr>
        <p:spPr>
          <a:xfrm>
            <a:off x="5894205" y="3984376"/>
            <a:ext cx="87741" cy="62828"/>
          </a:xfrm>
          <a:custGeom>
            <a:rect b="b" l="l" r="r" t="t"/>
            <a:pathLst>
              <a:path extrusionOk="0" h="2527" w="3562">
                <a:moveTo>
                  <a:pt x="3220" y="1"/>
                </a:moveTo>
                <a:lnTo>
                  <a:pt x="195" y="293"/>
                </a:lnTo>
                <a:lnTo>
                  <a:pt x="146" y="1464"/>
                </a:lnTo>
                <a:cubicBezTo>
                  <a:pt x="49" y="1611"/>
                  <a:pt x="0" y="1806"/>
                  <a:pt x="49" y="1952"/>
                </a:cubicBezTo>
                <a:cubicBezTo>
                  <a:pt x="82" y="2183"/>
                  <a:pt x="518" y="2527"/>
                  <a:pt x="1161" y="2527"/>
                </a:cubicBezTo>
                <a:cubicBezTo>
                  <a:pt x="1466" y="2527"/>
                  <a:pt x="1818" y="2449"/>
                  <a:pt x="2196" y="2245"/>
                </a:cubicBezTo>
                <a:cubicBezTo>
                  <a:pt x="3562" y="1513"/>
                  <a:pt x="3366" y="1025"/>
                  <a:pt x="3366" y="976"/>
                </a:cubicBezTo>
                <a:cubicBezTo>
                  <a:pt x="3269" y="635"/>
                  <a:pt x="3220" y="342"/>
                  <a:pt x="3220" y="1"/>
                </a:cubicBezTo>
                <a:close/>
              </a:path>
            </a:pathLst>
          </a:custGeom>
          <a:solidFill>
            <a:srgbClr val="F4C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/>
          <p:nvPr/>
        </p:nvSpPr>
        <p:spPr>
          <a:xfrm>
            <a:off x="5811265" y="3022485"/>
            <a:ext cx="229575" cy="977942"/>
          </a:xfrm>
          <a:custGeom>
            <a:rect b="b" l="l" r="r" t="t"/>
            <a:pathLst>
              <a:path extrusionOk="0" h="39334" w="9320">
                <a:moveTo>
                  <a:pt x="3221" y="1"/>
                </a:moveTo>
                <a:cubicBezTo>
                  <a:pt x="3221" y="1"/>
                  <a:pt x="1" y="4392"/>
                  <a:pt x="2050" y="8978"/>
                </a:cubicBezTo>
                <a:cubicBezTo>
                  <a:pt x="2538" y="10051"/>
                  <a:pt x="2782" y="11173"/>
                  <a:pt x="2879" y="12344"/>
                </a:cubicBezTo>
                <a:cubicBezTo>
                  <a:pt x="3026" y="13905"/>
                  <a:pt x="3172" y="16003"/>
                  <a:pt x="3221" y="17906"/>
                </a:cubicBezTo>
                <a:cubicBezTo>
                  <a:pt x="3367" y="20882"/>
                  <a:pt x="3562" y="21760"/>
                  <a:pt x="3465" y="22102"/>
                </a:cubicBezTo>
                <a:cubicBezTo>
                  <a:pt x="2733" y="23956"/>
                  <a:pt x="2391" y="25956"/>
                  <a:pt x="2343" y="28005"/>
                </a:cubicBezTo>
                <a:cubicBezTo>
                  <a:pt x="2147" y="31664"/>
                  <a:pt x="3367" y="38933"/>
                  <a:pt x="3367" y="38933"/>
                </a:cubicBezTo>
                <a:cubicBezTo>
                  <a:pt x="3367" y="38933"/>
                  <a:pt x="3628" y="39334"/>
                  <a:pt x="4421" y="39334"/>
                </a:cubicBezTo>
                <a:cubicBezTo>
                  <a:pt x="4955" y="39334"/>
                  <a:pt x="5731" y="39152"/>
                  <a:pt x="6831" y="38543"/>
                </a:cubicBezTo>
                <a:cubicBezTo>
                  <a:pt x="6831" y="38543"/>
                  <a:pt x="7221" y="27615"/>
                  <a:pt x="7709" y="24541"/>
                </a:cubicBezTo>
                <a:cubicBezTo>
                  <a:pt x="7807" y="23663"/>
                  <a:pt x="7953" y="22834"/>
                  <a:pt x="8197" y="22004"/>
                </a:cubicBezTo>
                <a:cubicBezTo>
                  <a:pt x="8783" y="20101"/>
                  <a:pt x="9173" y="18101"/>
                  <a:pt x="9319" y="16052"/>
                </a:cubicBezTo>
                <a:cubicBezTo>
                  <a:pt x="9270" y="13271"/>
                  <a:pt x="9075" y="10490"/>
                  <a:pt x="8734" y="7709"/>
                </a:cubicBezTo>
                <a:cubicBezTo>
                  <a:pt x="8392" y="4587"/>
                  <a:pt x="8002" y="1855"/>
                  <a:pt x="8002" y="1855"/>
                </a:cubicBezTo>
                <a:cubicBezTo>
                  <a:pt x="6246" y="1855"/>
                  <a:pt x="4538" y="1221"/>
                  <a:pt x="3221" y="1"/>
                </a:cubicBezTo>
                <a:close/>
              </a:path>
            </a:pathLst>
          </a:custGeom>
          <a:solidFill>
            <a:srgbClr val="6624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5939875" y="3158357"/>
            <a:ext cx="100969" cy="417292"/>
          </a:xfrm>
          <a:custGeom>
            <a:rect b="b" l="l" r="r" t="t"/>
            <a:pathLst>
              <a:path extrusionOk="0" h="16784" w="4099">
                <a:moveTo>
                  <a:pt x="586" y="0"/>
                </a:moveTo>
                <a:cubicBezTo>
                  <a:pt x="585" y="0"/>
                  <a:pt x="0" y="3952"/>
                  <a:pt x="927" y="6342"/>
                </a:cubicBezTo>
                <a:cubicBezTo>
                  <a:pt x="1854" y="8684"/>
                  <a:pt x="2830" y="14246"/>
                  <a:pt x="2976" y="16783"/>
                </a:cubicBezTo>
                <a:cubicBezTo>
                  <a:pt x="3562" y="14832"/>
                  <a:pt x="3952" y="12831"/>
                  <a:pt x="4098" y="10782"/>
                </a:cubicBezTo>
                <a:cubicBezTo>
                  <a:pt x="4049" y="7952"/>
                  <a:pt x="3854" y="5123"/>
                  <a:pt x="3513" y="2293"/>
                </a:cubicBezTo>
                <a:cubicBezTo>
                  <a:pt x="2488" y="1513"/>
                  <a:pt x="586" y="0"/>
                  <a:pt x="586" y="0"/>
                </a:cubicBezTo>
                <a:close/>
              </a:path>
            </a:pathLst>
          </a:custGeom>
          <a:solidFill>
            <a:srgbClr val="100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>
            <a:off x="5937461" y="3060102"/>
            <a:ext cx="258395" cy="1001312"/>
          </a:xfrm>
          <a:custGeom>
            <a:rect b="b" l="l" r="r" t="t"/>
            <a:pathLst>
              <a:path extrusionOk="0" h="40274" w="10490">
                <a:moveTo>
                  <a:pt x="8880" y="0"/>
                </a:moveTo>
                <a:cubicBezTo>
                  <a:pt x="7602" y="320"/>
                  <a:pt x="6296" y="479"/>
                  <a:pt x="4992" y="479"/>
                </a:cubicBezTo>
                <a:cubicBezTo>
                  <a:pt x="3906" y="479"/>
                  <a:pt x="2821" y="368"/>
                  <a:pt x="1757" y="147"/>
                </a:cubicBezTo>
                <a:lnTo>
                  <a:pt x="1757" y="147"/>
                </a:lnTo>
                <a:cubicBezTo>
                  <a:pt x="0" y="3513"/>
                  <a:pt x="244" y="7562"/>
                  <a:pt x="2342" y="10685"/>
                </a:cubicBezTo>
                <a:cubicBezTo>
                  <a:pt x="2879" y="11465"/>
                  <a:pt x="3855" y="19808"/>
                  <a:pt x="3952" y="20930"/>
                </a:cubicBezTo>
                <a:cubicBezTo>
                  <a:pt x="4050" y="22004"/>
                  <a:pt x="3367" y="22247"/>
                  <a:pt x="3025" y="25614"/>
                </a:cubicBezTo>
                <a:cubicBezTo>
                  <a:pt x="2733" y="28931"/>
                  <a:pt x="3416" y="39713"/>
                  <a:pt x="3416" y="39713"/>
                </a:cubicBezTo>
                <a:cubicBezTo>
                  <a:pt x="3742" y="40129"/>
                  <a:pt x="4223" y="40274"/>
                  <a:pt x="4733" y="40274"/>
                </a:cubicBezTo>
                <a:cubicBezTo>
                  <a:pt x="5899" y="40274"/>
                  <a:pt x="7221" y="39518"/>
                  <a:pt x="7221" y="39518"/>
                </a:cubicBezTo>
                <a:cubicBezTo>
                  <a:pt x="7221" y="39518"/>
                  <a:pt x="7563" y="34640"/>
                  <a:pt x="8002" y="30834"/>
                </a:cubicBezTo>
                <a:cubicBezTo>
                  <a:pt x="8490" y="26785"/>
                  <a:pt x="8977" y="24248"/>
                  <a:pt x="9221" y="22638"/>
                </a:cubicBezTo>
                <a:cubicBezTo>
                  <a:pt x="9417" y="21028"/>
                  <a:pt x="10490" y="14149"/>
                  <a:pt x="10295" y="9368"/>
                </a:cubicBezTo>
                <a:cubicBezTo>
                  <a:pt x="10100" y="6196"/>
                  <a:pt x="9612" y="3074"/>
                  <a:pt x="8880" y="0"/>
                </a:cubicBezTo>
                <a:close/>
              </a:path>
            </a:pathLst>
          </a:custGeom>
          <a:solidFill>
            <a:srgbClr val="6624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4" name="Google Shape;424;p25"/>
          <p:cNvGrpSpPr/>
          <p:nvPr/>
        </p:nvGrpSpPr>
        <p:grpSpPr>
          <a:xfrm>
            <a:off x="6312211" y="2380758"/>
            <a:ext cx="1748586" cy="1159590"/>
            <a:chOff x="6134499" y="2527476"/>
            <a:chExt cx="1631448" cy="1081909"/>
          </a:xfrm>
        </p:grpSpPr>
        <p:sp>
          <p:nvSpPr>
            <p:cNvPr id="425" name="Google Shape;425;p25"/>
            <p:cNvSpPr/>
            <p:nvPr/>
          </p:nvSpPr>
          <p:spPr>
            <a:xfrm>
              <a:off x="7060642" y="3318501"/>
              <a:ext cx="155890" cy="99633"/>
            </a:xfrm>
            <a:custGeom>
              <a:rect b="b" l="l" r="r" t="t"/>
              <a:pathLst>
                <a:path extrusionOk="0" h="4295" w="6783">
                  <a:moveTo>
                    <a:pt x="3172" y="4197"/>
                  </a:moveTo>
                  <a:lnTo>
                    <a:pt x="147" y="2343"/>
                  </a:lnTo>
                  <a:cubicBezTo>
                    <a:pt x="1" y="2294"/>
                    <a:pt x="1" y="2099"/>
                    <a:pt x="147" y="2050"/>
                  </a:cubicBezTo>
                  <a:lnTo>
                    <a:pt x="3270" y="50"/>
                  </a:lnTo>
                  <a:cubicBezTo>
                    <a:pt x="3367" y="1"/>
                    <a:pt x="3514" y="1"/>
                    <a:pt x="3611" y="50"/>
                  </a:cubicBezTo>
                  <a:lnTo>
                    <a:pt x="6685" y="1952"/>
                  </a:lnTo>
                  <a:cubicBezTo>
                    <a:pt x="6782" y="2001"/>
                    <a:pt x="6782" y="2147"/>
                    <a:pt x="6685" y="2245"/>
                  </a:cubicBezTo>
                  <a:lnTo>
                    <a:pt x="3514" y="4197"/>
                  </a:lnTo>
                  <a:cubicBezTo>
                    <a:pt x="3416" y="4294"/>
                    <a:pt x="3270" y="4294"/>
                    <a:pt x="3172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6515730" y="2527476"/>
              <a:ext cx="155867" cy="98473"/>
            </a:xfrm>
            <a:custGeom>
              <a:rect b="b" l="l" r="r" t="t"/>
              <a:pathLst>
                <a:path extrusionOk="0" h="4245" w="6782">
                  <a:moveTo>
                    <a:pt x="6733" y="3025"/>
                  </a:moveTo>
                  <a:lnTo>
                    <a:pt x="5318" y="2196"/>
                  </a:lnTo>
                  <a:lnTo>
                    <a:pt x="5318" y="2196"/>
                  </a:lnTo>
                  <a:lnTo>
                    <a:pt x="1854" y="49"/>
                  </a:lnTo>
                  <a:cubicBezTo>
                    <a:pt x="1756" y="0"/>
                    <a:pt x="1610" y="0"/>
                    <a:pt x="1513" y="49"/>
                  </a:cubicBezTo>
                  <a:lnTo>
                    <a:pt x="98" y="927"/>
                  </a:lnTo>
                  <a:cubicBezTo>
                    <a:pt x="0" y="976"/>
                    <a:pt x="0" y="1171"/>
                    <a:pt x="98" y="1220"/>
                  </a:cubicBezTo>
                  <a:lnTo>
                    <a:pt x="1952" y="2342"/>
                  </a:lnTo>
                  <a:lnTo>
                    <a:pt x="1952" y="2342"/>
                  </a:lnTo>
                  <a:lnTo>
                    <a:pt x="4976" y="4196"/>
                  </a:lnTo>
                  <a:cubicBezTo>
                    <a:pt x="5074" y="4245"/>
                    <a:pt x="5220" y="4245"/>
                    <a:pt x="5318" y="4196"/>
                  </a:cubicBezTo>
                  <a:lnTo>
                    <a:pt x="6733" y="3318"/>
                  </a:lnTo>
                  <a:cubicBezTo>
                    <a:pt x="6782" y="3220"/>
                    <a:pt x="6782" y="3123"/>
                    <a:pt x="6733" y="30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6650269" y="2611213"/>
              <a:ext cx="114384" cy="73582"/>
            </a:xfrm>
            <a:custGeom>
              <a:rect b="b" l="l" r="r" t="t"/>
              <a:pathLst>
                <a:path extrusionOk="0" h="3172" w="4977">
                  <a:moveTo>
                    <a:pt x="3123" y="3123"/>
                  </a:moveTo>
                  <a:lnTo>
                    <a:pt x="98" y="1269"/>
                  </a:lnTo>
                  <a:cubicBezTo>
                    <a:pt x="1" y="1171"/>
                    <a:pt x="1" y="1025"/>
                    <a:pt x="98" y="927"/>
                  </a:cubicBezTo>
                  <a:lnTo>
                    <a:pt x="1464" y="98"/>
                  </a:lnTo>
                  <a:cubicBezTo>
                    <a:pt x="1562" y="0"/>
                    <a:pt x="1708" y="0"/>
                    <a:pt x="1806" y="98"/>
                  </a:cubicBezTo>
                  <a:lnTo>
                    <a:pt x="4879" y="1903"/>
                  </a:lnTo>
                  <a:cubicBezTo>
                    <a:pt x="4977" y="1952"/>
                    <a:pt x="4977" y="2147"/>
                    <a:pt x="4879" y="2196"/>
                  </a:cubicBezTo>
                  <a:lnTo>
                    <a:pt x="3465" y="3074"/>
                  </a:lnTo>
                  <a:cubicBezTo>
                    <a:pt x="3367" y="3123"/>
                    <a:pt x="3221" y="3172"/>
                    <a:pt x="3123" y="3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6741095" y="2668924"/>
              <a:ext cx="114384" cy="72469"/>
            </a:xfrm>
            <a:custGeom>
              <a:rect b="b" l="l" r="r" t="t"/>
              <a:pathLst>
                <a:path extrusionOk="0" h="3124" w="4977">
                  <a:moveTo>
                    <a:pt x="3123" y="3074"/>
                  </a:moveTo>
                  <a:lnTo>
                    <a:pt x="98" y="1220"/>
                  </a:lnTo>
                  <a:cubicBezTo>
                    <a:pt x="0" y="1172"/>
                    <a:pt x="0" y="976"/>
                    <a:pt x="98" y="928"/>
                  </a:cubicBezTo>
                  <a:lnTo>
                    <a:pt x="1464" y="49"/>
                  </a:lnTo>
                  <a:cubicBezTo>
                    <a:pt x="1562" y="1"/>
                    <a:pt x="1708" y="1"/>
                    <a:pt x="1806" y="49"/>
                  </a:cubicBezTo>
                  <a:lnTo>
                    <a:pt x="4879" y="1903"/>
                  </a:lnTo>
                  <a:cubicBezTo>
                    <a:pt x="4977" y="1952"/>
                    <a:pt x="4977" y="2147"/>
                    <a:pt x="4879" y="2196"/>
                  </a:cubicBezTo>
                  <a:lnTo>
                    <a:pt x="3464" y="3074"/>
                  </a:lnTo>
                  <a:cubicBezTo>
                    <a:pt x="3367" y="3123"/>
                    <a:pt x="3220" y="3123"/>
                    <a:pt x="3123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6831921" y="2724386"/>
              <a:ext cx="115510" cy="73582"/>
            </a:xfrm>
            <a:custGeom>
              <a:rect b="b" l="l" r="r" t="t"/>
              <a:pathLst>
                <a:path extrusionOk="0" h="3172" w="5026">
                  <a:moveTo>
                    <a:pt x="3171" y="3123"/>
                  </a:moveTo>
                  <a:lnTo>
                    <a:pt x="147" y="1220"/>
                  </a:lnTo>
                  <a:cubicBezTo>
                    <a:pt x="0" y="1171"/>
                    <a:pt x="0" y="1025"/>
                    <a:pt x="147" y="927"/>
                  </a:cubicBezTo>
                  <a:lnTo>
                    <a:pt x="1513" y="49"/>
                  </a:lnTo>
                  <a:cubicBezTo>
                    <a:pt x="1610" y="0"/>
                    <a:pt x="1757" y="0"/>
                    <a:pt x="1854" y="49"/>
                  </a:cubicBezTo>
                  <a:lnTo>
                    <a:pt x="4879" y="1903"/>
                  </a:lnTo>
                  <a:cubicBezTo>
                    <a:pt x="5025" y="2000"/>
                    <a:pt x="5025" y="2147"/>
                    <a:pt x="4879" y="2244"/>
                  </a:cubicBezTo>
                  <a:lnTo>
                    <a:pt x="3513" y="3123"/>
                  </a:lnTo>
                  <a:cubicBezTo>
                    <a:pt x="3415" y="3171"/>
                    <a:pt x="3269" y="3171"/>
                    <a:pt x="3171" y="3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6922748" y="2780960"/>
              <a:ext cx="114384" cy="73582"/>
            </a:xfrm>
            <a:custGeom>
              <a:rect b="b" l="l" r="r" t="t"/>
              <a:pathLst>
                <a:path extrusionOk="0" h="3172" w="4977">
                  <a:moveTo>
                    <a:pt x="3171" y="3074"/>
                  </a:moveTo>
                  <a:lnTo>
                    <a:pt x="98" y="1220"/>
                  </a:lnTo>
                  <a:cubicBezTo>
                    <a:pt x="0" y="1171"/>
                    <a:pt x="0" y="1025"/>
                    <a:pt x="98" y="928"/>
                  </a:cubicBezTo>
                  <a:lnTo>
                    <a:pt x="1512" y="49"/>
                  </a:lnTo>
                  <a:cubicBezTo>
                    <a:pt x="1610" y="1"/>
                    <a:pt x="1708" y="1"/>
                    <a:pt x="1854" y="49"/>
                  </a:cubicBezTo>
                  <a:lnTo>
                    <a:pt x="4879" y="1903"/>
                  </a:lnTo>
                  <a:cubicBezTo>
                    <a:pt x="4976" y="2001"/>
                    <a:pt x="4976" y="2147"/>
                    <a:pt x="4879" y="2196"/>
                  </a:cubicBezTo>
                  <a:lnTo>
                    <a:pt x="3464" y="3074"/>
                  </a:lnTo>
                  <a:cubicBezTo>
                    <a:pt x="3366" y="3172"/>
                    <a:pt x="3269" y="3172"/>
                    <a:pt x="3171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7013551" y="2837535"/>
              <a:ext cx="115533" cy="73606"/>
            </a:xfrm>
            <a:custGeom>
              <a:rect b="b" l="l" r="r" t="t"/>
              <a:pathLst>
                <a:path extrusionOk="0" h="3173" w="5027">
                  <a:moveTo>
                    <a:pt x="3172" y="3075"/>
                  </a:moveTo>
                  <a:lnTo>
                    <a:pt x="98" y="1269"/>
                  </a:lnTo>
                  <a:cubicBezTo>
                    <a:pt x="1" y="1172"/>
                    <a:pt x="1" y="1026"/>
                    <a:pt x="98" y="977"/>
                  </a:cubicBezTo>
                  <a:lnTo>
                    <a:pt x="1513" y="99"/>
                  </a:lnTo>
                  <a:cubicBezTo>
                    <a:pt x="1611" y="1"/>
                    <a:pt x="1757" y="1"/>
                    <a:pt x="1855" y="99"/>
                  </a:cubicBezTo>
                  <a:lnTo>
                    <a:pt x="4880" y="1952"/>
                  </a:lnTo>
                  <a:cubicBezTo>
                    <a:pt x="5026" y="2001"/>
                    <a:pt x="5026" y="2196"/>
                    <a:pt x="4880" y="2245"/>
                  </a:cubicBezTo>
                  <a:lnTo>
                    <a:pt x="3514" y="3123"/>
                  </a:lnTo>
                  <a:cubicBezTo>
                    <a:pt x="3416" y="3172"/>
                    <a:pt x="3270" y="3172"/>
                    <a:pt x="3172" y="30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7104377" y="2894133"/>
              <a:ext cx="114407" cy="72446"/>
            </a:xfrm>
            <a:custGeom>
              <a:rect b="b" l="l" r="r" t="t"/>
              <a:pathLst>
                <a:path extrusionOk="0" h="3123" w="4978">
                  <a:moveTo>
                    <a:pt x="3172" y="3074"/>
                  </a:moveTo>
                  <a:lnTo>
                    <a:pt x="98" y="1220"/>
                  </a:lnTo>
                  <a:cubicBezTo>
                    <a:pt x="1" y="1171"/>
                    <a:pt x="1" y="976"/>
                    <a:pt x="98" y="927"/>
                  </a:cubicBezTo>
                  <a:lnTo>
                    <a:pt x="1513" y="49"/>
                  </a:lnTo>
                  <a:cubicBezTo>
                    <a:pt x="1611" y="0"/>
                    <a:pt x="1708" y="0"/>
                    <a:pt x="1806" y="49"/>
                  </a:cubicBezTo>
                  <a:lnTo>
                    <a:pt x="4879" y="1903"/>
                  </a:lnTo>
                  <a:cubicBezTo>
                    <a:pt x="4977" y="1952"/>
                    <a:pt x="4977" y="2147"/>
                    <a:pt x="4879" y="2196"/>
                  </a:cubicBezTo>
                  <a:lnTo>
                    <a:pt x="3465" y="3074"/>
                  </a:lnTo>
                  <a:cubicBezTo>
                    <a:pt x="3367" y="3123"/>
                    <a:pt x="3269" y="3123"/>
                    <a:pt x="3172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5"/>
            <p:cNvSpPr/>
            <p:nvPr/>
          </p:nvSpPr>
          <p:spPr>
            <a:xfrm>
              <a:off x="7195203" y="2950708"/>
              <a:ext cx="115510" cy="72469"/>
            </a:xfrm>
            <a:custGeom>
              <a:rect b="b" l="l" r="r" t="t"/>
              <a:pathLst>
                <a:path extrusionOk="0" h="3124" w="5026">
                  <a:moveTo>
                    <a:pt x="3172" y="3074"/>
                  </a:moveTo>
                  <a:lnTo>
                    <a:pt x="147" y="1220"/>
                  </a:lnTo>
                  <a:cubicBezTo>
                    <a:pt x="0" y="1172"/>
                    <a:pt x="0" y="976"/>
                    <a:pt x="147" y="928"/>
                  </a:cubicBezTo>
                  <a:lnTo>
                    <a:pt x="1513" y="50"/>
                  </a:lnTo>
                  <a:cubicBezTo>
                    <a:pt x="1610" y="1"/>
                    <a:pt x="1757" y="1"/>
                    <a:pt x="1854" y="50"/>
                  </a:cubicBezTo>
                  <a:lnTo>
                    <a:pt x="4879" y="1855"/>
                  </a:lnTo>
                  <a:cubicBezTo>
                    <a:pt x="5026" y="1952"/>
                    <a:pt x="5026" y="2099"/>
                    <a:pt x="4879" y="2147"/>
                  </a:cubicBezTo>
                  <a:lnTo>
                    <a:pt x="3513" y="3026"/>
                  </a:lnTo>
                  <a:cubicBezTo>
                    <a:pt x="3416" y="3123"/>
                    <a:pt x="3269" y="3123"/>
                    <a:pt x="3172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5"/>
            <p:cNvSpPr/>
            <p:nvPr/>
          </p:nvSpPr>
          <p:spPr>
            <a:xfrm>
              <a:off x="7286029" y="3007306"/>
              <a:ext cx="115510" cy="73582"/>
            </a:xfrm>
            <a:custGeom>
              <a:rect b="b" l="l" r="r" t="t"/>
              <a:pathLst>
                <a:path extrusionOk="0" h="3172" w="5026">
                  <a:moveTo>
                    <a:pt x="3172" y="3074"/>
                  </a:moveTo>
                  <a:lnTo>
                    <a:pt x="147" y="1220"/>
                  </a:lnTo>
                  <a:cubicBezTo>
                    <a:pt x="0" y="1171"/>
                    <a:pt x="0" y="1025"/>
                    <a:pt x="147" y="927"/>
                  </a:cubicBezTo>
                  <a:lnTo>
                    <a:pt x="1513" y="49"/>
                  </a:lnTo>
                  <a:cubicBezTo>
                    <a:pt x="1610" y="0"/>
                    <a:pt x="1757" y="0"/>
                    <a:pt x="1854" y="49"/>
                  </a:cubicBezTo>
                  <a:lnTo>
                    <a:pt x="4928" y="1903"/>
                  </a:lnTo>
                  <a:cubicBezTo>
                    <a:pt x="5025" y="2000"/>
                    <a:pt x="5025" y="2147"/>
                    <a:pt x="4928" y="2244"/>
                  </a:cubicBezTo>
                  <a:lnTo>
                    <a:pt x="3513" y="3074"/>
                  </a:lnTo>
                  <a:cubicBezTo>
                    <a:pt x="3415" y="3171"/>
                    <a:pt x="3269" y="3123"/>
                    <a:pt x="3172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5"/>
            <p:cNvSpPr/>
            <p:nvPr/>
          </p:nvSpPr>
          <p:spPr>
            <a:xfrm>
              <a:off x="7377959" y="3062744"/>
              <a:ext cx="114407" cy="73582"/>
            </a:xfrm>
            <a:custGeom>
              <a:rect b="b" l="l" r="r" t="t"/>
              <a:pathLst>
                <a:path extrusionOk="0" h="3172" w="4978">
                  <a:moveTo>
                    <a:pt x="3172" y="3123"/>
                  </a:moveTo>
                  <a:lnTo>
                    <a:pt x="98" y="1269"/>
                  </a:lnTo>
                  <a:cubicBezTo>
                    <a:pt x="1" y="1172"/>
                    <a:pt x="1" y="1025"/>
                    <a:pt x="98" y="976"/>
                  </a:cubicBezTo>
                  <a:lnTo>
                    <a:pt x="1513" y="98"/>
                  </a:lnTo>
                  <a:cubicBezTo>
                    <a:pt x="1611" y="1"/>
                    <a:pt x="1708" y="1"/>
                    <a:pt x="1806" y="98"/>
                  </a:cubicBezTo>
                  <a:lnTo>
                    <a:pt x="4880" y="1952"/>
                  </a:lnTo>
                  <a:cubicBezTo>
                    <a:pt x="4977" y="2001"/>
                    <a:pt x="4977" y="2147"/>
                    <a:pt x="4880" y="2245"/>
                  </a:cubicBezTo>
                  <a:lnTo>
                    <a:pt x="3465" y="3123"/>
                  </a:lnTo>
                  <a:cubicBezTo>
                    <a:pt x="3367" y="3172"/>
                    <a:pt x="3270" y="3172"/>
                    <a:pt x="3172" y="3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5"/>
            <p:cNvSpPr/>
            <p:nvPr/>
          </p:nvSpPr>
          <p:spPr>
            <a:xfrm>
              <a:off x="7468785" y="3119342"/>
              <a:ext cx="114407" cy="73582"/>
            </a:xfrm>
            <a:custGeom>
              <a:rect b="b" l="l" r="r" t="t"/>
              <a:pathLst>
                <a:path extrusionOk="0" h="3172" w="4978">
                  <a:moveTo>
                    <a:pt x="3172" y="3123"/>
                  </a:moveTo>
                  <a:lnTo>
                    <a:pt x="98" y="1269"/>
                  </a:lnTo>
                  <a:cubicBezTo>
                    <a:pt x="1" y="1171"/>
                    <a:pt x="1" y="1025"/>
                    <a:pt x="98" y="976"/>
                  </a:cubicBezTo>
                  <a:lnTo>
                    <a:pt x="1513" y="98"/>
                  </a:lnTo>
                  <a:cubicBezTo>
                    <a:pt x="1611" y="0"/>
                    <a:pt x="1708" y="0"/>
                    <a:pt x="1806" y="98"/>
                  </a:cubicBezTo>
                  <a:lnTo>
                    <a:pt x="4879" y="1952"/>
                  </a:lnTo>
                  <a:cubicBezTo>
                    <a:pt x="4977" y="2000"/>
                    <a:pt x="4977" y="2147"/>
                    <a:pt x="4879" y="2244"/>
                  </a:cubicBezTo>
                  <a:lnTo>
                    <a:pt x="3465" y="3123"/>
                  </a:lnTo>
                  <a:cubicBezTo>
                    <a:pt x="3367" y="3171"/>
                    <a:pt x="3269" y="3171"/>
                    <a:pt x="3172" y="3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5"/>
            <p:cNvSpPr/>
            <p:nvPr/>
          </p:nvSpPr>
          <p:spPr>
            <a:xfrm>
              <a:off x="7559611" y="3175916"/>
              <a:ext cx="114384" cy="73582"/>
            </a:xfrm>
            <a:custGeom>
              <a:rect b="b" l="l" r="r" t="t"/>
              <a:pathLst>
                <a:path extrusionOk="0" h="3172" w="4977">
                  <a:moveTo>
                    <a:pt x="3172" y="3123"/>
                  </a:moveTo>
                  <a:lnTo>
                    <a:pt x="98" y="1269"/>
                  </a:lnTo>
                  <a:cubicBezTo>
                    <a:pt x="1" y="1171"/>
                    <a:pt x="1" y="1025"/>
                    <a:pt x="98" y="927"/>
                  </a:cubicBezTo>
                  <a:lnTo>
                    <a:pt x="1513" y="98"/>
                  </a:lnTo>
                  <a:cubicBezTo>
                    <a:pt x="1611" y="1"/>
                    <a:pt x="1757" y="1"/>
                    <a:pt x="1854" y="98"/>
                  </a:cubicBezTo>
                  <a:lnTo>
                    <a:pt x="4879" y="1952"/>
                  </a:lnTo>
                  <a:cubicBezTo>
                    <a:pt x="4977" y="2001"/>
                    <a:pt x="4977" y="2147"/>
                    <a:pt x="4879" y="2245"/>
                  </a:cubicBezTo>
                  <a:lnTo>
                    <a:pt x="3513" y="3123"/>
                  </a:lnTo>
                  <a:cubicBezTo>
                    <a:pt x="3416" y="3172"/>
                    <a:pt x="3269" y="3172"/>
                    <a:pt x="3172" y="3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650437" y="3233628"/>
              <a:ext cx="115510" cy="72469"/>
            </a:xfrm>
            <a:custGeom>
              <a:rect b="b" l="l" r="r" t="t"/>
              <a:pathLst>
                <a:path extrusionOk="0" h="3124" w="5026">
                  <a:moveTo>
                    <a:pt x="3172" y="3074"/>
                  </a:moveTo>
                  <a:lnTo>
                    <a:pt x="147" y="1220"/>
                  </a:lnTo>
                  <a:cubicBezTo>
                    <a:pt x="0" y="1172"/>
                    <a:pt x="0" y="976"/>
                    <a:pt x="147" y="928"/>
                  </a:cubicBezTo>
                  <a:lnTo>
                    <a:pt x="1513" y="49"/>
                  </a:lnTo>
                  <a:cubicBezTo>
                    <a:pt x="1610" y="1"/>
                    <a:pt x="1757" y="1"/>
                    <a:pt x="1854" y="49"/>
                  </a:cubicBezTo>
                  <a:lnTo>
                    <a:pt x="4879" y="1903"/>
                  </a:lnTo>
                  <a:cubicBezTo>
                    <a:pt x="5025" y="1952"/>
                    <a:pt x="5025" y="2147"/>
                    <a:pt x="4879" y="2196"/>
                  </a:cubicBezTo>
                  <a:lnTo>
                    <a:pt x="3513" y="3074"/>
                  </a:lnTo>
                  <a:cubicBezTo>
                    <a:pt x="3415" y="3123"/>
                    <a:pt x="3269" y="3123"/>
                    <a:pt x="3172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7511394" y="3240424"/>
              <a:ext cx="197374" cy="124524"/>
            </a:xfrm>
            <a:custGeom>
              <a:rect b="b" l="l" r="r" t="t"/>
              <a:pathLst>
                <a:path extrusionOk="0" h="5368" w="8588">
                  <a:moveTo>
                    <a:pt x="8490" y="3025"/>
                  </a:moveTo>
                  <a:lnTo>
                    <a:pt x="7075" y="2196"/>
                  </a:lnTo>
                  <a:lnTo>
                    <a:pt x="7075" y="2196"/>
                  </a:lnTo>
                  <a:lnTo>
                    <a:pt x="3611" y="49"/>
                  </a:lnTo>
                  <a:cubicBezTo>
                    <a:pt x="3513" y="0"/>
                    <a:pt x="3367" y="0"/>
                    <a:pt x="3269" y="49"/>
                  </a:cubicBezTo>
                  <a:lnTo>
                    <a:pt x="98" y="2001"/>
                  </a:lnTo>
                  <a:cubicBezTo>
                    <a:pt x="1" y="2098"/>
                    <a:pt x="1" y="2245"/>
                    <a:pt x="98" y="2342"/>
                  </a:cubicBezTo>
                  <a:lnTo>
                    <a:pt x="1952" y="3464"/>
                  </a:lnTo>
                  <a:lnTo>
                    <a:pt x="1952" y="3464"/>
                  </a:lnTo>
                  <a:lnTo>
                    <a:pt x="4977" y="5269"/>
                  </a:lnTo>
                  <a:cubicBezTo>
                    <a:pt x="5075" y="5367"/>
                    <a:pt x="5221" y="5367"/>
                    <a:pt x="5319" y="5269"/>
                  </a:cubicBezTo>
                  <a:lnTo>
                    <a:pt x="8490" y="3318"/>
                  </a:lnTo>
                  <a:cubicBezTo>
                    <a:pt x="8587" y="3220"/>
                    <a:pt x="8587" y="3123"/>
                    <a:pt x="8490" y="30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5"/>
            <p:cNvSpPr/>
            <p:nvPr/>
          </p:nvSpPr>
          <p:spPr>
            <a:xfrm>
              <a:off x="7421694" y="3182713"/>
              <a:ext cx="155890" cy="98473"/>
            </a:xfrm>
            <a:custGeom>
              <a:rect b="b" l="l" r="r" t="t"/>
              <a:pathLst>
                <a:path extrusionOk="0" h="4245" w="6783">
                  <a:moveTo>
                    <a:pt x="3172" y="4196"/>
                  </a:moveTo>
                  <a:lnTo>
                    <a:pt x="98" y="2342"/>
                  </a:lnTo>
                  <a:cubicBezTo>
                    <a:pt x="1" y="2244"/>
                    <a:pt x="1" y="2098"/>
                    <a:pt x="98" y="2049"/>
                  </a:cubicBezTo>
                  <a:lnTo>
                    <a:pt x="3269" y="49"/>
                  </a:lnTo>
                  <a:cubicBezTo>
                    <a:pt x="3367" y="0"/>
                    <a:pt x="3513" y="0"/>
                    <a:pt x="3611" y="49"/>
                  </a:cubicBezTo>
                  <a:lnTo>
                    <a:pt x="6636" y="1903"/>
                  </a:lnTo>
                  <a:cubicBezTo>
                    <a:pt x="6782" y="2001"/>
                    <a:pt x="6782" y="2147"/>
                    <a:pt x="6636" y="2196"/>
                  </a:cubicBezTo>
                  <a:lnTo>
                    <a:pt x="3465" y="4196"/>
                  </a:lnTo>
                  <a:cubicBezTo>
                    <a:pt x="3367" y="4245"/>
                    <a:pt x="3269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7330868" y="3126115"/>
              <a:ext cx="154764" cy="98497"/>
            </a:xfrm>
            <a:custGeom>
              <a:rect b="b" l="l" r="r" t="t"/>
              <a:pathLst>
                <a:path extrusionOk="0" h="4246" w="6734">
                  <a:moveTo>
                    <a:pt x="3172" y="4197"/>
                  </a:moveTo>
                  <a:lnTo>
                    <a:pt x="98" y="2343"/>
                  </a:lnTo>
                  <a:cubicBezTo>
                    <a:pt x="1" y="2294"/>
                    <a:pt x="1" y="2099"/>
                    <a:pt x="98" y="2050"/>
                  </a:cubicBezTo>
                  <a:lnTo>
                    <a:pt x="3270" y="50"/>
                  </a:lnTo>
                  <a:cubicBezTo>
                    <a:pt x="3367" y="1"/>
                    <a:pt x="3514" y="1"/>
                    <a:pt x="3611" y="50"/>
                  </a:cubicBezTo>
                  <a:lnTo>
                    <a:pt x="6636" y="1904"/>
                  </a:lnTo>
                  <a:cubicBezTo>
                    <a:pt x="6734" y="1952"/>
                    <a:pt x="6734" y="2148"/>
                    <a:pt x="6636" y="2196"/>
                  </a:cubicBezTo>
                  <a:lnTo>
                    <a:pt x="3465" y="4197"/>
                  </a:lnTo>
                  <a:cubicBezTo>
                    <a:pt x="3367" y="4245"/>
                    <a:pt x="3270" y="4245"/>
                    <a:pt x="3172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7240065" y="3069540"/>
              <a:ext cx="154741" cy="98473"/>
            </a:xfrm>
            <a:custGeom>
              <a:rect b="b" l="l" r="r" t="t"/>
              <a:pathLst>
                <a:path extrusionOk="0" h="4245" w="6733">
                  <a:moveTo>
                    <a:pt x="3122" y="4196"/>
                  </a:moveTo>
                  <a:lnTo>
                    <a:pt x="98" y="2342"/>
                  </a:lnTo>
                  <a:cubicBezTo>
                    <a:pt x="0" y="2293"/>
                    <a:pt x="0" y="2098"/>
                    <a:pt x="98" y="2050"/>
                  </a:cubicBezTo>
                  <a:lnTo>
                    <a:pt x="3269" y="49"/>
                  </a:lnTo>
                  <a:cubicBezTo>
                    <a:pt x="3366" y="0"/>
                    <a:pt x="3464" y="0"/>
                    <a:pt x="3610" y="49"/>
                  </a:cubicBezTo>
                  <a:lnTo>
                    <a:pt x="6635" y="1952"/>
                  </a:lnTo>
                  <a:cubicBezTo>
                    <a:pt x="6733" y="2001"/>
                    <a:pt x="6733" y="2147"/>
                    <a:pt x="6635" y="2245"/>
                  </a:cubicBezTo>
                  <a:lnTo>
                    <a:pt x="3464" y="4196"/>
                  </a:lnTo>
                  <a:cubicBezTo>
                    <a:pt x="3366" y="4245"/>
                    <a:pt x="3220" y="4245"/>
                    <a:pt x="312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7148112" y="3014079"/>
              <a:ext cx="155867" cy="98497"/>
            </a:xfrm>
            <a:custGeom>
              <a:rect b="b" l="l" r="r" t="t"/>
              <a:pathLst>
                <a:path extrusionOk="0" h="4246" w="6782">
                  <a:moveTo>
                    <a:pt x="3172" y="4148"/>
                  </a:moveTo>
                  <a:lnTo>
                    <a:pt x="147" y="2343"/>
                  </a:lnTo>
                  <a:cubicBezTo>
                    <a:pt x="0" y="2245"/>
                    <a:pt x="0" y="2099"/>
                    <a:pt x="147" y="2050"/>
                  </a:cubicBezTo>
                  <a:lnTo>
                    <a:pt x="3318" y="50"/>
                  </a:lnTo>
                  <a:cubicBezTo>
                    <a:pt x="3416" y="1"/>
                    <a:pt x="3513" y="1"/>
                    <a:pt x="3611" y="50"/>
                  </a:cubicBezTo>
                  <a:lnTo>
                    <a:pt x="6684" y="1904"/>
                  </a:lnTo>
                  <a:cubicBezTo>
                    <a:pt x="6782" y="2001"/>
                    <a:pt x="6782" y="2148"/>
                    <a:pt x="6684" y="2196"/>
                  </a:cubicBezTo>
                  <a:lnTo>
                    <a:pt x="3513" y="4197"/>
                  </a:lnTo>
                  <a:cubicBezTo>
                    <a:pt x="3416" y="4245"/>
                    <a:pt x="3269" y="4245"/>
                    <a:pt x="3172" y="4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7058412" y="2957504"/>
              <a:ext cx="154764" cy="98473"/>
            </a:xfrm>
            <a:custGeom>
              <a:rect b="b" l="l" r="r" t="t"/>
              <a:pathLst>
                <a:path extrusionOk="0" h="4245" w="6734">
                  <a:moveTo>
                    <a:pt x="3123" y="4147"/>
                  </a:moveTo>
                  <a:lnTo>
                    <a:pt x="98" y="2342"/>
                  </a:lnTo>
                  <a:cubicBezTo>
                    <a:pt x="0" y="2293"/>
                    <a:pt x="0" y="2098"/>
                    <a:pt x="98" y="2050"/>
                  </a:cubicBezTo>
                  <a:lnTo>
                    <a:pt x="3269" y="49"/>
                  </a:lnTo>
                  <a:cubicBezTo>
                    <a:pt x="3367" y="0"/>
                    <a:pt x="3513" y="0"/>
                    <a:pt x="3611" y="49"/>
                  </a:cubicBezTo>
                  <a:lnTo>
                    <a:pt x="6636" y="1903"/>
                  </a:lnTo>
                  <a:cubicBezTo>
                    <a:pt x="6733" y="2001"/>
                    <a:pt x="6733" y="2147"/>
                    <a:pt x="6636" y="2196"/>
                  </a:cubicBezTo>
                  <a:lnTo>
                    <a:pt x="3464" y="4196"/>
                  </a:lnTo>
                  <a:cubicBezTo>
                    <a:pt x="3367" y="4245"/>
                    <a:pt x="3220" y="4245"/>
                    <a:pt x="3123" y="4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6966460" y="2899793"/>
              <a:ext cx="155890" cy="99610"/>
            </a:xfrm>
            <a:custGeom>
              <a:rect b="b" l="l" r="r" t="t"/>
              <a:pathLst>
                <a:path extrusionOk="0" h="4294" w="6783">
                  <a:moveTo>
                    <a:pt x="3172" y="4245"/>
                  </a:moveTo>
                  <a:lnTo>
                    <a:pt x="98" y="2342"/>
                  </a:lnTo>
                  <a:cubicBezTo>
                    <a:pt x="1" y="2293"/>
                    <a:pt x="1" y="2147"/>
                    <a:pt x="98" y="2049"/>
                  </a:cubicBezTo>
                  <a:lnTo>
                    <a:pt x="3270" y="98"/>
                  </a:lnTo>
                  <a:cubicBezTo>
                    <a:pt x="3367" y="0"/>
                    <a:pt x="3514" y="0"/>
                    <a:pt x="3611" y="98"/>
                  </a:cubicBezTo>
                  <a:lnTo>
                    <a:pt x="6685" y="1952"/>
                  </a:lnTo>
                  <a:cubicBezTo>
                    <a:pt x="6782" y="2001"/>
                    <a:pt x="6782" y="2196"/>
                    <a:pt x="6685" y="2245"/>
                  </a:cubicBezTo>
                  <a:lnTo>
                    <a:pt x="3514" y="4245"/>
                  </a:lnTo>
                  <a:cubicBezTo>
                    <a:pt x="3416" y="4294"/>
                    <a:pt x="3270" y="4294"/>
                    <a:pt x="3172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6875634" y="2844331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72" y="4196"/>
                  </a:moveTo>
                  <a:lnTo>
                    <a:pt x="99" y="2343"/>
                  </a:lnTo>
                  <a:cubicBezTo>
                    <a:pt x="1" y="2245"/>
                    <a:pt x="1" y="2099"/>
                    <a:pt x="99" y="2001"/>
                  </a:cubicBezTo>
                  <a:lnTo>
                    <a:pt x="3270" y="49"/>
                  </a:lnTo>
                  <a:cubicBezTo>
                    <a:pt x="3367" y="1"/>
                    <a:pt x="3514" y="1"/>
                    <a:pt x="3611" y="49"/>
                  </a:cubicBezTo>
                  <a:lnTo>
                    <a:pt x="6636" y="1903"/>
                  </a:lnTo>
                  <a:cubicBezTo>
                    <a:pt x="6782" y="1952"/>
                    <a:pt x="6782" y="2147"/>
                    <a:pt x="6636" y="2196"/>
                  </a:cubicBezTo>
                  <a:lnTo>
                    <a:pt x="3465" y="4196"/>
                  </a:lnTo>
                  <a:cubicBezTo>
                    <a:pt x="3367" y="4245"/>
                    <a:pt x="3270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784831" y="2787757"/>
              <a:ext cx="155867" cy="98473"/>
            </a:xfrm>
            <a:custGeom>
              <a:rect b="b" l="l" r="r" t="t"/>
              <a:pathLst>
                <a:path extrusionOk="0" h="4245" w="6782">
                  <a:moveTo>
                    <a:pt x="3123" y="4196"/>
                  </a:moveTo>
                  <a:lnTo>
                    <a:pt x="147" y="2342"/>
                  </a:lnTo>
                  <a:cubicBezTo>
                    <a:pt x="0" y="2245"/>
                    <a:pt x="0" y="2098"/>
                    <a:pt x="147" y="2049"/>
                  </a:cubicBezTo>
                  <a:lnTo>
                    <a:pt x="3269" y="49"/>
                  </a:lnTo>
                  <a:cubicBezTo>
                    <a:pt x="3367" y="0"/>
                    <a:pt x="3513" y="0"/>
                    <a:pt x="3610" y="49"/>
                  </a:cubicBezTo>
                  <a:lnTo>
                    <a:pt x="6684" y="1903"/>
                  </a:lnTo>
                  <a:cubicBezTo>
                    <a:pt x="6782" y="1952"/>
                    <a:pt x="6782" y="2147"/>
                    <a:pt x="6684" y="2196"/>
                  </a:cubicBezTo>
                  <a:lnTo>
                    <a:pt x="3513" y="4196"/>
                  </a:lnTo>
                  <a:cubicBezTo>
                    <a:pt x="3367" y="4245"/>
                    <a:pt x="3269" y="4245"/>
                    <a:pt x="3123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6694004" y="2731159"/>
              <a:ext cx="154764" cy="98497"/>
            </a:xfrm>
            <a:custGeom>
              <a:rect b="b" l="l" r="r" t="t"/>
              <a:pathLst>
                <a:path extrusionOk="0" h="4246" w="6734">
                  <a:moveTo>
                    <a:pt x="3123" y="4197"/>
                  </a:moveTo>
                  <a:lnTo>
                    <a:pt x="98" y="2343"/>
                  </a:lnTo>
                  <a:cubicBezTo>
                    <a:pt x="0" y="2245"/>
                    <a:pt x="0" y="2099"/>
                    <a:pt x="98" y="2050"/>
                  </a:cubicBezTo>
                  <a:lnTo>
                    <a:pt x="3269" y="50"/>
                  </a:lnTo>
                  <a:cubicBezTo>
                    <a:pt x="3367" y="1"/>
                    <a:pt x="3464" y="1"/>
                    <a:pt x="3611" y="50"/>
                  </a:cubicBezTo>
                  <a:lnTo>
                    <a:pt x="6635" y="1904"/>
                  </a:lnTo>
                  <a:cubicBezTo>
                    <a:pt x="6733" y="2001"/>
                    <a:pt x="6733" y="2148"/>
                    <a:pt x="6635" y="2196"/>
                  </a:cubicBezTo>
                  <a:lnTo>
                    <a:pt x="3464" y="4197"/>
                  </a:lnTo>
                  <a:cubicBezTo>
                    <a:pt x="3367" y="4245"/>
                    <a:pt x="3220" y="4245"/>
                    <a:pt x="3123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5"/>
            <p:cNvSpPr/>
            <p:nvPr/>
          </p:nvSpPr>
          <p:spPr>
            <a:xfrm>
              <a:off x="6602052" y="2674584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72" y="4196"/>
                  </a:moveTo>
                  <a:lnTo>
                    <a:pt x="147" y="2342"/>
                  </a:lnTo>
                  <a:cubicBezTo>
                    <a:pt x="1" y="2245"/>
                    <a:pt x="1" y="2098"/>
                    <a:pt x="147" y="2050"/>
                  </a:cubicBezTo>
                  <a:lnTo>
                    <a:pt x="3318" y="49"/>
                  </a:lnTo>
                  <a:cubicBezTo>
                    <a:pt x="3416" y="1"/>
                    <a:pt x="3513" y="1"/>
                    <a:pt x="3611" y="49"/>
                  </a:cubicBezTo>
                  <a:lnTo>
                    <a:pt x="6685" y="1903"/>
                  </a:lnTo>
                  <a:cubicBezTo>
                    <a:pt x="6782" y="1952"/>
                    <a:pt x="6782" y="2098"/>
                    <a:pt x="6685" y="2196"/>
                  </a:cubicBezTo>
                  <a:lnTo>
                    <a:pt x="3513" y="4147"/>
                  </a:lnTo>
                  <a:cubicBezTo>
                    <a:pt x="3416" y="4245"/>
                    <a:pt x="3270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5"/>
            <p:cNvSpPr/>
            <p:nvPr/>
          </p:nvSpPr>
          <p:spPr>
            <a:xfrm>
              <a:off x="6511226" y="2618009"/>
              <a:ext cx="155890" cy="99610"/>
            </a:xfrm>
            <a:custGeom>
              <a:rect b="b" l="l" r="r" t="t"/>
              <a:pathLst>
                <a:path extrusionOk="0" h="4294" w="6783">
                  <a:moveTo>
                    <a:pt x="3172" y="4196"/>
                  </a:moveTo>
                  <a:lnTo>
                    <a:pt x="99" y="2391"/>
                  </a:lnTo>
                  <a:cubicBezTo>
                    <a:pt x="1" y="2293"/>
                    <a:pt x="1" y="2147"/>
                    <a:pt x="99" y="2049"/>
                  </a:cubicBezTo>
                  <a:lnTo>
                    <a:pt x="3270" y="98"/>
                  </a:lnTo>
                  <a:cubicBezTo>
                    <a:pt x="3367" y="0"/>
                    <a:pt x="3514" y="0"/>
                    <a:pt x="3611" y="98"/>
                  </a:cubicBezTo>
                  <a:lnTo>
                    <a:pt x="6685" y="1952"/>
                  </a:lnTo>
                  <a:cubicBezTo>
                    <a:pt x="6782" y="2000"/>
                    <a:pt x="6782" y="2196"/>
                    <a:pt x="6685" y="2244"/>
                  </a:cubicBezTo>
                  <a:lnTo>
                    <a:pt x="3514" y="4245"/>
                  </a:lnTo>
                  <a:cubicBezTo>
                    <a:pt x="3367" y="4293"/>
                    <a:pt x="3270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6420423" y="2561411"/>
              <a:ext cx="155867" cy="98497"/>
            </a:xfrm>
            <a:custGeom>
              <a:rect b="b" l="l" r="r" t="t"/>
              <a:pathLst>
                <a:path extrusionOk="0" h="4246" w="6782">
                  <a:moveTo>
                    <a:pt x="3171" y="4197"/>
                  </a:moveTo>
                  <a:lnTo>
                    <a:pt x="98" y="2343"/>
                  </a:lnTo>
                  <a:cubicBezTo>
                    <a:pt x="0" y="2294"/>
                    <a:pt x="0" y="2099"/>
                    <a:pt x="98" y="2050"/>
                  </a:cubicBezTo>
                  <a:lnTo>
                    <a:pt x="3269" y="50"/>
                  </a:lnTo>
                  <a:cubicBezTo>
                    <a:pt x="3366" y="1"/>
                    <a:pt x="3513" y="1"/>
                    <a:pt x="3610" y="50"/>
                  </a:cubicBezTo>
                  <a:lnTo>
                    <a:pt x="6635" y="1903"/>
                  </a:lnTo>
                  <a:cubicBezTo>
                    <a:pt x="6782" y="1952"/>
                    <a:pt x="6782" y="2147"/>
                    <a:pt x="6635" y="2196"/>
                  </a:cubicBezTo>
                  <a:lnTo>
                    <a:pt x="3513" y="4148"/>
                  </a:lnTo>
                  <a:cubicBezTo>
                    <a:pt x="3415" y="4245"/>
                    <a:pt x="3269" y="4245"/>
                    <a:pt x="3171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6320633" y="2620259"/>
              <a:ext cx="198477" cy="125661"/>
            </a:xfrm>
            <a:custGeom>
              <a:rect b="b" l="l" r="r" t="t"/>
              <a:pathLst>
                <a:path extrusionOk="0" h="5417" w="8636">
                  <a:moveTo>
                    <a:pt x="8538" y="3074"/>
                  </a:moveTo>
                  <a:lnTo>
                    <a:pt x="7123" y="2196"/>
                  </a:lnTo>
                  <a:lnTo>
                    <a:pt x="7123" y="2196"/>
                  </a:lnTo>
                  <a:lnTo>
                    <a:pt x="3659" y="50"/>
                  </a:lnTo>
                  <a:cubicBezTo>
                    <a:pt x="3513" y="1"/>
                    <a:pt x="3415" y="1"/>
                    <a:pt x="3318" y="50"/>
                  </a:cubicBezTo>
                  <a:lnTo>
                    <a:pt x="146" y="2050"/>
                  </a:lnTo>
                  <a:cubicBezTo>
                    <a:pt x="0" y="2099"/>
                    <a:pt x="0" y="2294"/>
                    <a:pt x="146" y="2343"/>
                  </a:cubicBezTo>
                  <a:lnTo>
                    <a:pt x="1952" y="3465"/>
                  </a:lnTo>
                  <a:lnTo>
                    <a:pt x="1952" y="3465"/>
                  </a:lnTo>
                  <a:lnTo>
                    <a:pt x="5025" y="5319"/>
                  </a:lnTo>
                  <a:cubicBezTo>
                    <a:pt x="5123" y="5416"/>
                    <a:pt x="5269" y="5416"/>
                    <a:pt x="5367" y="5319"/>
                  </a:cubicBezTo>
                  <a:lnTo>
                    <a:pt x="8538" y="3367"/>
                  </a:lnTo>
                  <a:cubicBezTo>
                    <a:pt x="8635" y="3270"/>
                    <a:pt x="8635" y="3123"/>
                    <a:pt x="8538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5"/>
            <p:cNvSpPr/>
            <p:nvPr/>
          </p:nvSpPr>
          <p:spPr>
            <a:xfrm>
              <a:off x="6455172" y="2705133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72" y="4197"/>
                  </a:moveTo>
                  <a:lnTo>
                    <a:pt x="98" y="2294"/>
                  </a:lnTo>
                  <a:cubicBezTo>
                    <a:pt x="1" y="2245"/>
                    <a:pt x="1" y="2099"/>
                    <a:pt x="98" y="2001"/>
                  </a:cubicBezTo>
                  <a:lnTo>
                    <a:pt x="3269" y="50"/>
                  </a:lnTo>
                  <a:cubicBezTo>
                    <a:pt x="3367" y="1"/>
                    <a:pt x="3513" y="1"/>
                    <a:pt x="3611" y="50"/>
                  </a:cubicBezTo>
                  <a:lnTo>
                    <a:pt x="6636" y="1904"/>
                  </a:lnTo>
                  <a:cubicBezTo>
                    <a:pt x="6782" y="1952"/>
                    <a:pt x="6782" y="2147"/>
                    <a:pt x="6636" y="2196"/>
                  </a:cubicBezTo>
                  <a:lnTo>
                    <a:pt x="3464" y="4197"/>
                  </a:lnTo>
                  <a:cubicBezTo>
                    <a:pt x="3367" y="4245"/>
                    <a:pt x="3269" y="4245"/>
                    <a:pt x="3172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6545998" y="2761731"/>
              <a:ext cx="155867" cy="98473"/>
            </a:xfrm>
            <a:custGeom>
              <a:rect b="b" l="l" r="r" t="t"/>
              <a:pathLst>
                <a:path extrusionOk="0" h="4245" w="6782">
                  <a:moveTo>
                    <a:pt x="3172" y="4196"/>
                  </a:moveTo>
                  <a:lnTo>
                    <a:pt x="98" y="2342"/>
                  </a:lnTo>
                  <a:cubicBezTo>
                    <a:pt x="0" y="2293"/>
                    <a:pt x="0" y="2098"/>
                    <a:pt x="98" y="2049"/>
                  </a:cubicBezTo>
                  <a:lnTo>
                    <a:pt x="3269" y="49"/>
                  </a:lnTo>
                  <a:cubicBezTo>
                    <a:pt x="3367" y="0"/>
                    <a:pt x="3513" y="0"/>
                    <a:pt x="3611" y="49"/>
                  </a:cubicBezTo>
                  <a:lnTo>
                    <a:pt x="6684" y="1903"/>
                  </a:lnTo>
                  <a:cubicBezTo>
                    <a:pt x="6782" y="1952"/>
                    <a:pt x="6782" y="2098"/>
                    <a:pt x="6684" y="2196"/>
                  </a:cubicBezTo>
                  <a:lnTo>
                    <a:pt x="3513" y="4147"/>
                  </a:lnTo>
                  <a:cubicBezTo>
                    <a:pt x="3416" y="4245"/>
                    <a:pt x="3269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6636824" y="2817169"/>
              <a:ext cx="155867" cy="99633"/>
            </a:xfrm>
            <a:custGeom>
              <a:rect b="b" l="l" r="r" t="t"/>
              <a:pathLst>
                <a:path extrusionOk="0" h="4295" w="6782">
                  <a:moveTo>
                    <a:pt x="3171" y="4245"/>
                  </a:moveTo>
                  <a:lnTo>
                    <a:pt x="98" y="2343"/>
                  </a:lnTo>
                  <a:cubicBezTo>
                    <a:pt x="0" y="2294"/>
                    <a:pt x="0" y="2147"/>
                    <a:pt x="98" y="2050"/>
                  </a:cubicBezTo>
                  <a:lnTo>
                    <a:pt x="3318" y="50"/>
                  </a:lnTo>
                  <a:cubicBezTo>
                    <a:pt x="3415" y="1"/>
                    <a:pt x="3562" y="1"/>
                    <a:pt x="3659" y="50"/>
                  </a:cubicBezTo>
                  <a:lnTo>
                    <a:pt x="6684" y="1904"/>
                  </a:lnTo>
                  <a:cubicBezTo>
                    <a:pt x="6782" y="2001"/>
                    <a:pt x="6782" y="2147"/>
                    <a:pt x="6684" y="2245"/>
                  </a:cubicBezTo>
                  <a:lnTo>
                    <a:pt x="3513" y="4197"/>
                  </a:lnTo>
                  <a:cubicBezTo>
                    <a:pt x="3415" y="4294"/>
                    <a:pt x="3269" y="4294"/>
                    <a:pt x="3171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6727628" y="2873767"/>
              <a:ext cx="155890" cy="99610"/>
            </a:xfrm>
            <a:custGeom>
              <a:rect b="b" l="l" r="r" t="t"/>
              <a:pathLst>
                <a:path extrusionOk="0" h="4294" w="6783">
                  <a:moveTo>
                    <a:pt x="3172" y="4196"/>
                  </a:moveTo>
                  <a:lnTo>
                    <a:pt x="147" y="2342"/>
                  </a:lnTo>
                  <a:cubicBezTo>
                    <a:pt x="1" y="2293"/>
                    <a:pt x="1" y="2147"/>
                    <a:pt x="147" y="2049"/>
                  </a:cubicBezTo>
                  <a:lnTo>
                    <a:pt x="3319" y="98"/>
                  </a:lnTo>
                  <a:cubicBezTo>
                    <a:pt x="3416" y="0"/>
                    <a:pt x="3514" y="0"/>
                    <a:pt x="3611" y="98"/>
                  </a:cubicBezTo>
                  <a:lnTo>
                    <a:pt x="6685" y="1952"/>
                  </a:lnTo>
                  <a:cubicBezTo>
                    <a:pt x="6782" y="2000"/>
                    <a:pt x="6782" y="2147"/>
                    <a:pt x="6685" y="2244"/>
                  </a:cubicBezTo>
                  <a:lnTo>
                    <a:pt x="3514" y="4196"/>
                  </a:lnTo>
                  <a:cubicBezTo>
                    <a:pt x="3416" y="4293"/>
                    <a:pt x="3270" y="4293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6819580" y="2930342"/>
              <a:ext cx="154764" cy="98497"/>
            </a:xfrm>
            <a:custGeom>
              <a:rect b="b" l="l" r="r" t="t"/>
              <a:pathLst>
                <a:path extrusionOk="0" h="4246" w="6734">
                  <a:moveTo>
                    <a:pt x="3123" y="4196"/>
                  </a:moveTo>
                  <a:lnTo>
                    <a:pt x="98" y="2342"/>
                  </a:lnTo>
                  <a:cubicBezTo>
                    <a:pt x="1" y="2294"/>
                    <a:pt x="1" y="2098"/>
                    <a:pt x="98" y="2050"/>
                  </a:cubicBezTo>
                  <a:lnTo>
                    <a:pt x="3269" y="98"/>
                  </a:lnTo>
                  <a:cubicBezTo>
                    <a:pt x="3367" y="1"/>
                    <a:pt x="3465" y="1"/>
                    <a:pt x="3611" y="98"/>
                  </a:cubicBezTo>
                  <a:lnTo>
                    <a:pt x="6636" y="1952"/>
                  </a:lnTo>
                  <a:cubicBezTo>
                    <a:pt x="6733" y="2001"/>
                    <a:pt x="6733" y="2147"/>
                    <a:pt x="6636" y="2245"/>
                  </a:cubicBezTo>
                  <a:lnTo>
                    <a:pt x="3465" y="4196"/>
                  </a:lnTo>
                  <a:cubicBezTo>
                    <a:pt x="3367" y="4245"/>
                    <a:pt x="3221" y="4245"/>
                    <a:pt x="3123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5"/>
            <p:cNvSpPr/>
            <p:nvPr/>
          </p:nvSpPr>
          <p:spPr>
            <a:xfrm>
              <a:off x="6910406" y="2986916"/>
              <a:ext cx="154764" cy="98497"/>
            </a:xfrm>
            <a:custGeom>
              <a:rect b="b" l="l" r="r" t="t"/>
              <a:pathLst>
                <a:path extrusionOk="0" h="4246" w="6734">
                  <a:moveTo>
                    <a:pt x="3172" y="4197"/>
                  </a:moveTo>
                  <a:lnTo>
                    <a:pt x="98" y="2343"/>
                  </a:lnTo>
                  <a:cubicBezTo>
                    <a:pt x="0" y="2294"/>
                    <a:pt x="0" y="2099"/>
                    <a:pt x="98" y="2050"/>
                  </a:cubicBezTo>
                  <a:lnTo>
                    <a:pt x="3269" y="50"/>
                  </a:lnTo>
                  <a:cubicBezTo>
                    <a:pt x="3367" y="1"/>
                    <a:pt x="3513" y="1"/>
                    <a:pt x="3611" y="50"/>
                  </a:cubicBezTo>
                  <a:lnTo>
                    <a:pt x="6636" y="1952"/>
                  </a:lnTo>
                  <a:cubicBezTo>
                    <a:pt x="6733" y="2001"/>
                    <a:pt x="6733" y="2148"/>
                    <a:pt x="6636" y="2245"/>
                  </a:cubicBezTo>
                  <a:lnTo>
                    <a:pt x="3464" y="4197"/>
                  </a:lnTo>
                  <a:cubicBezTo>
                    <a:pt x="3367" y="4245"/>
                    <a:pt x="3269" y="4245"/>
                    <a:pt x="3172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5"/>
            <p:cNvSpPr/>
            <p:nvPr/>
          </p:nvSpPr>
          <p:spPr>
            <a:xfrm>
              <a:off x="7001232" y="3043514"/>
              <a:ext cx="155867" cy="99610"/>
            </a:xfrm>
            <a:custGeom>
              <a:rect b="b" l="l" r="r" t="t"/>
              <a:pathLst>
                <a:path extrusionOk="0" h="4294" w="6782">
                  <a:moveTo>
                    <a:pt x="3171" y="4196"/>
                  </a:moveTo>
                  <a:lnTo>
                    <a:pt x="98" y="2342"/>
                  </a:lnTo>
                  <a:cubicBezTo>
                    <a:pt x="0" y="2293"/>
                    <a:pt x="0" y="2147"/>
                    <a:pt x="98" y="2049"/>
                  </a:cubicBezTo>
                  <a:lnTo>
                    <a:pt x="3269" y="98"/>
                  </a:lnTo>
                  <a:cubicBezTo>
                    <a:pt x="3367" y="0"/>
                    <a:pt x="3513" y="0"/>
                    <a:pt x="3611" y="98"/>
                  </a:cubicBezTo>
                  <a:lnTo>
                    <a:pt x="6635" y="1952"/>
                  </a:lnTo>
                  <a:cubicBezTo>
                    <a:pt x="6782" y="2001"/>
                    <a:pt x="6782" y="2196"/>
                    <a:pt x="6635" y="2245"/>
                  </a:cubicBezTo>
                  <a:lnTo>
                    <a:pt x="3513" y="4245"/>
                  </a:lnTo>
                  <a:cubicBezTo>
                    <a:pt x="3367" y="4294"/>
                    <a:pt x="3269" y="4294"/>
                    <a:pt x="3171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7092059" y="3100089"/>
              <a:ext cx="155867" cy="99633"/>
            </a:xfrm>
            <a:custGeom>
              <a:rect b="b" l="l" r="r" t="t"/>
              <a:pathLst>
                <a:path extrusionOk="0" h="4295" w="6782">
                  <a:moveTo>
                    <a:pt x="3171" y="4196"/>
                  </a:moveTo>
                  <a:lnTo>
                    <a:pt x="98" y="2343"/>
                  </a:lnTo>
                  <a:cubicBezTo>
                    <a:pt x="0" y="2294"/>
                    <a:pt x="0" y="2147"/>
                    <a:pt x="98" y="2050"/>
                  </a:cubicBezTo>
                  <a:lnTo>
                    <a:pt x="3269" y="98"/>
                  </a:lnTo>
                  <a:cubicBezTo>
                    <a:pt x="3366" y="1"/>
                    <a:pt x="3513" y="1"/>
                    <a:pt x="3610" y="98"/>
                  </a:cubicBezTo>
                  <a:lnTo>
                    <a:pt x="6684" y="1952"/>
                  </a:lnTo>
                  <a:cubicBezTo>
                    <a:pt x="6782" y="2001"/>
                    <a:pt x="6782" y="2147"/>
                    <a:pt x="6684" y="2245"/>
                  </a:cubicBezTo>
                  <a:lnTo>
                    <a:pt x="3513" y="4245"/>
                  </a:lnTo>
                  <a:cubicBezTo>
                    <a:pt x="3366" y="4294"/>
                    <a:pt x="3269" y="4245"/>
                    <a:pt x="3171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7182862" y="3156687"/>
              <a:ext cx="155890" cy="98473"/>
            </a:xfrm>
            <a:custGeom>
              <a:rect b="b" l="l" r="r" t="t"/>
              <a:pathLst>
                <a:path extrusionOk="0" h="4245" w="6783">
                  <a:moveTo>
                    <a:pt x="3172" y="4196"/>
                  </a:moveTo>
                  <a:lnTo>
                    <a:pt x="147" y="2342"/>
                  </a:lnTo>
                  <a:cubicBezTo>
                    <a:pt x="1" y="2293"/>
                    <a:pt x="1" y="2147"/>
                    <a:pt x="147" y="2049"/>
                  </a:cubicBezTo>
                  <a:lnTo>
                    <a:pt x="3270" y="98"/>
                  </a:lnTo>
                  <a:cubicBezTo>
                    <a:pt x="3367" y="0"/>
                    <a:pt x="3514" y="0"/>
                    <a:pt x="3611" y="98"/>
                  </a:cubicBezTo>
                  <a:lnTo>
                    <a:pt x="6685" y="1903"/>
                  </a:lnTo>
                  <a:cubicBezTo>
                    <a:pt x="6782" y="2000"/>
                    <a:pt x="6782" y="2147"/>
                    <a:pt x="6685" y="2196"/>
                  </a:cubicBezTo>
                  <a:lnTo>
                    <a:pt x="3514" y="4196"/>
                  </a:lnTo>
                  <a:cubicBezTo>
                    <a:pt x="3416" y="4245"/>
                    <a:pt x="3270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5"/>
            <p:cNvSpPr/>
            <p:nvPr/>
          </p:nvSpPr>
          <p:spPr>
            <a:xfrm>
              <a:off x="7273688" y="3213262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72" y="4196"/>
                  </a:moveTo>
                  <a:lnTo>
                    <a:pt x="147" y="2342"/>
                  </a:lnTo>
                  <a:cubicBezTo>
                    <a:pt x="1" y="2245"/>
                    <a:pt x="1" y="2098"/>
                    <a:pt x="147" y="2001"/>
                  </a:cubicBezTo>
                  <a:lnTo>
                    <a:pt x="3318" y="49"/>
                  </a:lnTo>
                  <a:cubicBezTo>
                    <a:pt x="3416" y="0"/>
                    <a:pt x="3513" y="0"/>
                    <a:pt x="3611" y="49"/>
                  </a:cubicBezTo>
                  <a:lnTo>
                    <a:pt x="6685" y="1903"/>
                  </a:lnTo>
                  <a:cubicBezTo>
                    <a:pt x="6782" y="1952"/>
                    <a:pt x="6782" y="2147"/>
                    <a:pt x="6685" y="2196"/>
                  </a:cubicBezTo>
                  <a:lnTo>
                    <a:pt x="3513" y="4196"/>
                  </a:lnTo>
                  <a:cubicBezTo>
                    <a:pt x="3416" y="4245"/>
                    <a:pt x="3269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5"/>
            <p:cNvSpPr/>
            <p:nvPr/>
          </p:nvSpPr>
          <p:spPr>
            <a:xfrm>
              <a:off x="7364514" y="3268723"/>
              <a:ext cx="155867" cy="99610"/>
            </a:xfrm>
            <a:custGeom>
              <a:rect b="b" l="l" r="r" t="t"/>
              <a:pathLst>
                <a:path extrusionOk="0" h="4294" w="6782">
                  <a:moveTo>
                    <a:pt x="3172" y="4245"/>
                  </a:moveTo>
                  <a:lnTo>
                    <a:pt x="147" y="2391"/>
                  </a:lnTo>
                  <a:cubicBezTo>
                    <a:pt x="0" y="2293"/>
                    <a:pt x="0" y="2147"/>
                    <a:pt x="147" y="2049"/>
                  </a:cubicBezTo>
                  <a:lnTo>
                    <a:pt x="3318" y="98"/>
                  </a:lnTo>
                  <a:cubicBezTo>
                    <a:pt x="3416" y="0"/>
                    <a:pt x="3513" y="0"/>
                    <a:pt x="3611" y="98"/>
                  </a:cubicBezTo>
                  <a:lnTo>
                    <a:pt x="6684" y="1903"/>
                  </a:lnTo>
                  <a:cubicBezTo>
                    <a:pt x="6782" y="2000"/>
                    <a:pt x="6782" y="2147"/>
                    <a:pt x="6684" y="2196"/>
                  </a:cubicBezTo>
                  <a:lnTo>
                    <a:pt x="3513" y="4196"/>
                  </a:lnTo>
                  <a:cubicBezTo>
                    <a:pt x="3416" y="4245"/>
                    <a:pt x="3269" y="4293"/>
                    <a:pt x="3172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5"/>
            <p:cNvSpPr/>
            <p:nvPr/>
          </p:nvSpPr>
          <p:spPr>
            <a:xfrm>
              <a:off x="7456467" y="3325298"/>
              <a:ext cx="155867" cy="99610"/>
            </a:xfrm>
            <a:custGeom>
              <a:rect b="b" l="l" r="r" t="t"/>
              <a:pathLst>
                <a:path extrusionOk="0" h="4294" w="6782">
                  <a:moveTo>
                    <a:pt x="3171" y="4245"/>
                  </a:moveTo>
                  <a:lnTo>
                    <a:pt x="98" y="2342"/>
                  </a:lnTo>
                  <a:cubicBezTo>
                    <a:pt x="0" y="2294"/>
                    <a:pt x="0" y="2147"/>
                    <a:pt x="98" y="2050"/>
                  </a:cubicBezTo>
                  <a:lnTo>
                    <a:pt x="3269" y="98"/>
                  </a:lnTo>
                  <a:cubicBezTo>
                    <a:pt x="3366" y="0"/>
                    <a:pt x="3513" y="0"/>
                    <a:pt x="3610" y="98"/>
                  </a:cubicBezTo>
                  <a:lnTo>
                    <a:pt x="6635" y="1952"/>
                  </a:lnTo>
                  <a:cubicBezTo>
                    <a:pt x="6782" y="2001"/>
                    <a:pt x="6782" y="2196"/>
                    <a:pt x="6635" y="2245"/>
                  </a:cubicBezTo>
                  <a:lnTo>
                    <a:pt x="3464" y="4245"/>
                  </a:lnTo>
                  <a:cubicBezTo>
                    <a:pt x="3366" y="4294"/>
                    <a:pt x="3269" y="4294"/>
                    <a:pt x="3171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5"/>
            <p:cNvSpPr/>
            <p:nvPr/>
          </p:nvSpPr>
          <p:spPr>
            <a:xfrm>
              <a:off x="7297245" y="3346800"/>
              <a:ext cx="222034" cy="140368"/>
            </a:xfrm>
            <a:custGeom>
              <a:rect b="b" l="l" r="r" t="t"/>
              <a:pathLst>
                <a:path extrusionOk="0" h="6051" w="9661">
                  <a:moveTo>
                    <a:pt x="9563" y="3708"/>
                  </a:moveTo>
                  <a:lnTo>
                    <a:pt x="8148" y="2830"/>
                  </a:lnTo>
                  <a:lnTo>
                    <a:pt x="8148" y="2830"/>
                  </a:lnTo>
                  <a:lnTo>
                    <a:pt x="3610" y="49"/>
                  </a:lnTo>
                  <a:cubicBezTo>
                    <a:pt x="3513" y="0"/>
                    <a:pt x="3367" y="0"/>
                    <a:pt x="3269" y="49"/>
                  </a:cubicBezTo>
                  <a:lnTo>
                    <a:pt x="98" y="2050"/>
                  </a:lnTo>
                  <a:cubicBezTo>
                    <a:pt x="0" y="2098"/>
                    <a:pt x="0" y="2245"/>
                    <a:pt x="98" y="2342"/>
                  </a:cubicBezTo>
                  <a:lnTo>
                    <a:pt x="3025" y="4147"/>
                  </a:lnTo>
                  <a:lnTo>
                    <a:pt x="3025" y="4147"/>
                  </a:lnTo>
                  <a:lnTo>
                    <a:pt x="6050" y="6001"/>
                  </a:lnTo>
                  <a:cubicBezTo>
                    <a:pt x="6147" y="6050"/>
                    <a:pt x="6294" y="6050"/>
                    <a:pt x="6391" y="6001"/>
                  </a:cubicBezTo>
                  <a:lnTo>
                    <a:pt x="9563" y="4001"/>
                  </a:lnTo>
                  <a:cubicBezTo>
                    <a:pt x="9660" y="3903"/>
                    <a:pt x="9660" y="3757"/>
                    <a:pt x="9563" y="37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5"/>
            <p:cNvSpPr/>
            <p:nvPr/>
          </p:nvSpPr>
          <p:spPr>
            <a:xfrm>
              <a:off x="7206419" y="3289089"/>
              <a:ext cx="155867" cy="98473"/>
            </a:xfrm>
            <a:custGeom>
              <a:rect b="b" l="l" r="r" t="t"/>
              <a:pathLst>
                <a:path extrusionOk="0" h="4245" w="6782">
                  <a:moveTo>
                    <a:pt x="3172" y="4196"/>
                  </a:moveTo>
                  <a:lnTo>
                    <a:pt x="98" y="2342"/>
                  </a:lnTo>
                  <a:cubicBezTo>
                    <a:pt x="0" y="2245"/>
                    <a:pt x="0" y="2098"/>
                    <a:pt x="98" y="2049"/>
                  </a:cubicBezTo>
                  <a:lnTo>
                    <a:pt x="3269" y="49"/>
                  </a:lnTo>
                  <a:cubicBezTo>
                    <a:pt x="3367" y="0"/>
                    <a:pt x="3513" y="0"/>
                    <a:pt x="3611" y="49"/>
                  </a:cubicBezTo>
                  <a:lnTo>
                    <a:pt x="6684" y="1903"/>
                  </a:lnTo>
                  <a:cubicBezTo>
                    <a:pt x="6782" y="1952"/>
                    <a:pt x="6782" y="2098"/>
                    <a:pt x="6684" y="2196"/>
                  </a:cubicBezTo>
                  <a:lnTo>
                    <a:pt x="3513" y="4147"/>
                  </a:lnTo>
                  <a:cubicBezTo>
                    <a:pt x="3416" y="4245"/>
                    <a:pt x="3269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/>
            <p:nvPr/>
          </p:nvSpPr>
          <p:spPr>
            <a:xfrm>
              <a:off x="7115592" y="3232491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72" y="4197"/>
                  </a:moveTo>
                  <a:lnTo>
                    <a:pt x="147" y="2343"/>
                  </a:lnTo>
                  <a:cubicBezTo>
                    <a:pt x="1" y="2294"/>
                    <a:pt x="1" y="2099"/>
                    <a:pt x="147" y="2050"/>
                  </a:cubicBezTo>
                  <a:lnTo>
                    <a:pt x="3318" y="50"/>
                  </a:lnTo>
                  <a:cubicBezTo>
                    <a:pt x="3416" y="1"/>
                    <a:pt x="3513" y="1"/>
                    <a:pt x="3611" y="50"/>
                  </a:cubicBezTo>
                  <a:lnTo>
                    <a:pt x="6684" y="1904"/>
                  </a:lnTo>
                  <a:cubicBezTo>
                    <a:pt x="6782" y="2001"/>
                    <a:pt x="6782" y="2148"/>
                    <a:pt x="6684" y="2196"/>
                  </a:cubicBezTo>
                  <a:lnTo>
                    <a:pt x="3513" y="4197"/>
                  </a:lnTo>
                  <a:cubicBezTo>
                    <a:pt x="3416" y="4245"/>
                    <a:pt x="3269" y="4245"/>
                    <a:pt x="3172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5"/>
            <p:cNvSpPr/>
            <p:nvPr/>
          </p:nvSpPr>
          <p:spPr>
            <a:xfrm>
              <a:off x="7024766" y="3177053"/>
              <a:ext cx="154764" cy="98473"/>
            </a:xfrm>
            <a:custGeom>
              <a:rect b="b" l="l" r="r" t="t"/>
              <a:pathLst>
                <a:path extrusionOk="0" h="4245" w="6734">
                  <a:moveTo>
                    <a:pt x="3123" y="4147"/>
                  </a:moveTo>
                  <a:lnTo>
                    <a:pt x="98" y="2342"/>
                  </a:lnTo>
                  <a:cubicBezTo>
                    <a:pt x="1" y="2245"/>
                    <a:pt x="1" y="2098"/>
                    <a:pt x="98" y="2001"/>
                  </a:cubicBezTo>
                  <a:lnTo>
                    <a:pt x="3270" y="49"/>
                  </a:lnTo>
                  <a:cubicBezTo>
                    <a:pt x="3367" y="0"/>
                    <a:pt x="3513" y="0"/>
                    <a:pt x="3611" y="49"/>
                  </a:cubicBezTo>
                  <a:lnTo>
                    <a:pt x="6636" y="1903"/>
                  </a:lnTo>
                  <a:cubicBezTo>
                    <a:pt x="6733" y="1952"/>
                    <a:pt x="6733" y="2147"/>
                    <a:pt x="6636" y="2196"/>
                  </a:cubicBezTo>
                  <a:lnTo>
                    <a:pt x="3465" y="4196"/>
                  </a:lnTo>
                  <a:cubicBezTo>
                    <a:pt x="3367" y="4245"/>
                    <a:pt x="3221" y="4245"/>
                    <a:pt x="3123" y="4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5"/>
            <p:cNvSpPr/>
            <p:nvPr/>
          </p:nvSpPr>
          <p:spPr>
            <a:xfrm>
              <a:off x="6933940" y="3119342"/>
              <a:ext cx="154764" cy="99610"/>
            </a:xfrm>
            <a:custGeom>
              <a:rect b="b" l="l" r="r" t="t"/>
              <a:pathLst>
                <a:path extrusionOk="0" h="4294" w="6734">
                  <a:moveTo>
                    <a:pt x="3123" y="4196"/>
                  </a:moveTo>
                  <a:lnTo>
                    <a:pt x="99" y="2342"/>
                  </a:lnTo>
                  <a:cubicBezTo>
                    <a:pt x="1" y="2293"/>
                    <a:pt x="1" y="2098"/>
                    <a:pt x="99" y="2049"/>
                  </a:cubicBezTo>
                  <a:lnTo>
                    <a:pt x="3270" y="49"/>
                  </a:lnTo>
                  <a:cubicBezTo>
                    <a:pt x="3367" y="0"/>
                    <a:pt x="3465" y="0"/>
                    <a:pt x="3611" y="49"/>
                  </a:cubicBezTo>
                  <a:lnTo>
                    <a:pt x="6636" y="1952"/>
                  </a:lnTo>
                  <a:cubicBezTo>
                    <a:pt x="6734" y="2000"/>
                    <a:pt x="6734" y="2147"/>
                    <a:pt x="6636" y="2244"/>
                  </a:cubicBezTo>
                  <a:lnTo>
                    <a:pt x="3465" y="4196"/>
                  </a:lnTo>
                  <a:cubicBezTo>
                    <a:pt x="3367" y="4293"/>
                    <a:pt x="3221" y="4293"/>
                    <a:pt x="3123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5"/>
            <p:cNvSpPr/>
            <p:nvPr/>
          </p:nvSpPr>
          <p:spPr>
            <a:xfrm>
              <a:off x="6842011" y="3063880"/>
              <a:ext cx="155867" cy="98497"/>
            </a:xfrm>
            <a:custGeom>
              <a:rect b="b" l="l" r="r" t="t"/>
              <a:pathLst>
                <a:path extrusionOk="0" h="4246" w="6782">
                  <a:moveTo>
                    <a:pt x="3172" y="4147"/>
                  </a:moveTo>
                  <a:lnTo>
                    <a:pt x="147" y="2342"/>
                  </a:lnTo>
                  <a:cubicBezTo>
                    <a:pt x="0" y="2245"/>
                    <a:pt x="0" y="2098"/>
                    <a:pt x="147" y="2050"/>
                  </a:cubicBezTo>
                  <a:lnTo>
                    <a:pt x="3318" y="49"/>
                  </a:lnTo>
                  <a:cubicBezTo>
                    <a:pt x="3415" y="1"/>
                    <a:pt x="3513" y="1"/>
                    <a:pt x="3611" y="49"/>
                  </a:cubicBezTo>
                  <a:lnTo>
                    <a:pt x="6684" y="1903"/>
                  </a:lnTo>
                  <a:cubicBezTo>
                    <a:pt x="6782" y="2001"/>
                    <a:pt x="6782" y="2147"/>
                    <a:pt x="6684" y="2196"/>
                  </a:cubicBezTo>
                  <a:lnTo>
                    <a:pt x="3513" y="4196"/>
                  </a:lnTo>
                  <a:cubicBezTo>
                    <a:pt x="3415" y="4245"/>
                    <a:pt x="3269" y="4245"/>
                    <a:pt x="3172" y="4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6751184" y="3006169"/>
              <a:ext cx="155890" cy="99610"/>
            </a:xfrm>
            <a:custGeom>
              <a:rect b="b" l="l" r="r" t="t"/>
              <a:pathLst>
                <a:path extrusionOk="0" h="4294" w="6783">
                  <a:moveTo>
                    <a:pt x="3172" y="4196"/>
                  </a:moveTo>
                  <a:lnTo>
                    <a:pt x="98" y="2342"/>
                  </a:lnTo>
                  <a:cubicBezTo>
                    <a:pt x="1" y="2293"/>
                    <a:pt x="1" y="2147"/>
                    <a:pt x="98" y="2049"/>
                  </a:cubicBezTo>
                  <a:lnTo>
                    <a:pt x="3269" y="98"/>
                  </a:lnTo>
                  <a:cubicBezTo>
                    <a:pt x="3367" y="0"/>
                    <a:pt x="3513" y="0"/>
                    <a:pt x="3611" y="98"/>
                  </a:cubicBezTo>
                  <a:lnTo>
                    <a:pt x="6684" y="1952"/>
                  </a:lnTo>
                  <a:cubicBezTo>
                    <a:pt x="6782" y="2001"/>
                    <a:pt x="6782" y="2147"/>
                    <a:pt x="6684" y="2245"/>
                  </a:cubicBezTo>
                  <a:lnTo>
                    <a:pt x="3513" y="4196"/>
                  </a:lnTo>
                  <a:cubicBezTo>
                    <a:pt x="3416" y="4294"/>
                    <a:pt x="3269" y="4294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6660358" y="2949571"/>
              <a:ext cx="155890" cy="99633"/>
            </a:xfrm>
            <a:custGeom>
              <a:rect b="b" l="l" r="r" t="t"/>
              <a:pathLst>
                <a:path extrusionOk="0" h="4295" w="6783">
                  <a:moveTo>
                    <a:pt x="3172" y="4245"/>
                  </a:moveTo>
                  <a:lnTo>
                    <a:pt x="98" y="2343"/>
                  </a:lnTo>
                  <a:cubicBezTo>
                    <a:pt x="1" y="2294"/>
                    <a:pt x="1" y="2148"/>
                    <a:pt x="98" y="2050"/>
                  </a:cubicBezTo>
                  <a:lnTo>
                    <a:pt x="3270" y="99"/>
                  </a:lnTo>
                  <a:cubicBezTo>
                    <a:pt x="3367" y="1"/>
                    <a:pt x="3513" y="1"/>
                    <a:pt x="3611" y="99"/>
                  </a:cubicBezTo>
                  <a:lnTo>
                    <a:pt x="6636" y="1952"/>
                  </a:lnTo>
                  <a:cubicBezTo>
                    <a:pt x="6782" y="2001"/>
                    <a:pt x="6782" y="2196"/>
                    <a:pt x="6636" y="2245"/>
                  </a:cubicBezTo>
                  <a:lnTo>
                    <a:pt x="3465" y="4245"/>
                  </a:lnTo>
                  <a:cubicBezTo>
                    <a:pt x="3367" y="4294"/>
                    <a:pt x="3270" y="4294"/>
                    <a:pt x="3172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6569532" y="2892996"/>
              <a:ext cx="155890" cy="99610"/>
            </a:xfrm>
            <a:custGeom>
              <a:rect b="b" l="l" r="r" t="t"/>
              <a:pathLst>
                <a:path extrusionOk="0" h="4294" w="6783">
                  <a:moveTo>
                    <a:pt x="3123" y="4245"/>
                  </a:moveTo>
                  <a:lnTo>
                    <a:pt x="98" y="2391"/>
                  </a:lnTo>
                  <a:cubicBezTo>
                    <a:pt x="1" y="2294"/>
                    <a:pt x="1" y="2147"/>
                    <a:pt x="98" y="2050"/>
                  </a:cubicBezTo>
                  <a:lnTo>
                    <a:pt x="3270" y="98"/>
                  </a:lnTo>
                  <a:cubicBezTo>
                    <a:pt x="3367" y="1"/>
                    <a:pt x="3514" y="1"/>
                    <a:pt x="3611" y="98"/>
                  </a:cubicBezTo>
                  <a:lnTo>
                    <a:pt x="6636" y="1903"/>
                  </a:lnTo>
                  <a:cubicBezTo>
                    <a:pt x="6782" y="2001"/>
                    <a:pt x="6782" y="2147"/>
                    <a:pt x="6636" y="2196"/>
                  </a:cubicBezTo>
                  <a:lnTo>
                    <a:pt x="3465" y="4196"/>
                  </a:lnTo>
                  <a:cubicBezTo>
                    <a:pt x="3367" y="4245"/>
                    <a:pt x="3270" y="4294"/>
                    <a:pt x="3123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6478729" y="2837535"/>
              <a:ext cx="154741" cy="98497"/>
            </a:xfrm>
            <a:custGeom>
              <a:rect b="b" l="l" r="r" t="t"/>
              <a:pathLst>
                <a:path extrusionOk="0" h="4246" w="6733">
                  <a:moveTo>
                    <a:pt x="3123" y="4197"/>
                  </a:moveTo>
                  <a:lnTo>
                    <a:pt x="98" y="2343"/>
                  </a:lnTo>
                  <a:cubicBezTo>
                    <a:pt x="0" y="2245"/>
                    <a:pt x="0" y="2099"/>
                    <a:pt x="98" y="2001"/>
                  </a:cubicBezTo>
                  <a:lnTo>
                    <a:pt x="3269" y="50"/>
                  </a:lnTo>
                  <a:cubicBezTo>
                    <a:pt x="3366" y="1"/>
                    <a:pt x="3513" y="1"/>
                    <a:pt x="3610" y="50"/>
                  </a:cubicBezTo>
                  <a:lnTo>
                    <a:pt x="6635" y="1904"/>
                  </a:lnTo>
                  <a:cubicBezTo>
                    <a:pt x="6733" y="1952"/>
                    <a:pt x="6733" y="2148"/>
                    <a:pt x="6635" y="2196"/>
                  </a:cubicBezTo>
                  <a:lnTo>
                    <a:pt x="3464" y="4197"/>
                  </a:lnTo>
                  <a:cubicBezTo>
                    <a:pt x="3366" y="4246"/>
                    <a:pt x="3220" y="4246"/>
                    <a:pt x="3123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6387903" y="2780960"/>
              <a:ext cx="155867" cy="99610"/>
            </a:xfrm>
            <a:custGeom>
              <a:rect b="b" l="l" r="r" t="t"/>
              <a:pathLst>
                <a:path extrusionOk="0" h="4294" w="6782">
                  <a:moveTo>
                    <a:pt x="3123" y="4196"/>
                  </a:moveTo>
                  <a:lnTo>
                    <a:pt x="98" y="2342"/>
                  </a:lnTo>
                  <a:cubicBezTo>
                    <a:pt x="0" y="2294"/>
                    <a:pt x="0" y="2147"/>
                    <a:pt x="98" y="2050"/>
                  </a:cubicBezTo>
                  <a:lnTo>
                    <a:pt x="3269" y="98"/>
                  </a:lnTo>
                  <a:cubicBezTo>
                    <a:pt x="3367" y="1"/>
                    <a:pt x="3513" y="1"/>
                    <a:pt x="3611" y="98"/>
                  </a:cubicBezTo>
                  <a:lnTo>
                    <a:pt x="6635" y="1952"/>
                  </a:lnTo>
                  <a:cubicBezTo>
                    <a:pt x="6782" y="2001"/>
                    <a:pt x="6782" y="2147"/>
                    <a:pt x="6635" y="2245"/>
                  </a:cubicBezTo>
                  <a:lnTo>
                    <a:pt x="3464" y="4245"/>
                  </a:lnTo>
                  <a:cubicBezTo>
                    <a:pt x="3367" y="4294"/>
                    <a:pt x="3220" y="4245"/>
                    <a:pt x="3123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6230933" y="2682517"/>
              <a:ext cx="220908" cy="140345"/>
            </a:xfrm>
            <a:custGeom>
              <a:rect b="b" l="l" r="r" t="t"/>
              <a:pathLst>
                <a:path extrusionOk="0" h="6050" w="9612">
                  <a:moveTo>
                    <a:pt x="9465" y="3708"/>
                  </a:moveTo>
                  <a:lnTo>
                    <a:pt x="7074" y="2196"/>
                  </a:lnTo>
                  <a:lnTo>
                    <a:pt x="7074" y="2196"/>
                  </a:lnTo>
                  <a:lnTo>
                    <a:pt x="3610" y="98"/>
                  </a:lnTo>
                  <a:cubicBezTo>
                    <a:pt x="3513" y="0"/>
                    <a:pt x="3366" y="0"/>
                    <a:pt x="3269" y="98"/>
                  </a:cubicBezTo>
                  <a:lnTo>
                    <a:pt x="98" y="2049"/>
                  </a:lnTo>
                  <a:cubicBezTo>
                    <a:pt x="0" y="2147"/>
                    <a:pt x="0" y="2293"/>
                    <a:pt x="98" y="2342"/>
                  </a:cubicBezTo>
                  <a:lnTo>
                    <a:pt x="1952" y="3513"/>
                  </a:lnTo>
                  <a:lnTo>
                    <a:pt x="1952" y="3513"/>
                  </a:lnTo>
                  <a:lnTo>
                    <a:pt x="6001" y="5952"/>
                  </a:lnTo>
                  <a:cubicBezTo>
                    <a:pt x="6098" y="6050"/>
                    <a:pt x="6196" y="6050"/>
                    <a:pt x="6342" y="5952"/>
                  </a:cubicBezTo>
                  <a:lnTo>
                    <a:pt x="9465" y="4001"/>
                  </a:lnTo>
                  <a:cubicBezTo>
                    <a:pt x="9611" y="3903"/>
                    <a:pt x="9611" y="3757"/>
                    <a:pt x="9465" y="37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6134499" y="2743615"/>
              <a:ext cx="262391" cy="165259"/>
            </a:xfrm>
            <a:custGeom>
              <a:rect b="b" l="l" r="r" t="t"/>
              <a:pathLst>
                <a:path extrusionOk="0" h="7124" w="11417">
                  <a:moveTo>
                    <a:pt x="11319" y="4782"/>
                  </a:moveTo>
                  <a:lnTo>
                    <a:pt x="7123" y="2196"/>
                  </a:lnTo>
                  <a:lnTo>
                    <a:pt x="7123" y="2196"/>
                  </a:lnTo>
                  <a:lnTo>
                    <a:pt x="3611" y="49"/>
                  </a:lnTo>
                  <a:cubicBezTo>
                    <a:pt x="3513" y="1"/>
                    <a:pt x="3415" y="1"/>
                    <a:pt x="3318" y="49"/>
                  </a:cubicBezTo>
                  <a:lnTo>
                    <a:pt x="147" y="2050"/>
                  </a:lnTo>
                  <a:cubicBezTo>
                    <a:pt x="0" y="2098"/>
                    <a:pt x="0" y="2294"/>
                    <a:pt x="147" y="2342"/>
                  </a:cubicBezTo>
                  <a:lnTo>
                    <a:pt x="2001" y="3465"/>
                  </a:lnTo>
                  <a:lnTo>
                    <a:pt x="2001" y="3465"/>
                  </a:lnTo>
                  <a:lnTo>
                    <a:pt x="7806" y="7075"/>
                  </a:lnTo>
                  <a:cubicBezTo>
                    <a:pt x="7904" y="7124"/>
                    <a:pt x="8001" y="7124"/>
                    <a:pt x="8099" y="7075"/>
                  </a:cubicBezTo>
                  <a:lnTo>
                    <a:pt x="11270" y="5075"/>
                  </a:lnTo>
                  <a:cubicBezTo>
                    <a:pt x="11417" y="5026"/>
                    <a:pt x="11417" y="4879"/>
                    <a:pt x="11319" y="47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6332952" y="2866971"/>
              <a:ext cx="155890" cy="98473"/>
            </a:xfrm>
            <a:custGeom>
              <a:rect b="b" l="l" r="r" t="t"/>
              <a:pathLst>
                <a:path extrusionOk="0" h="4245" w="6783">
                  <a:moveTo>
                    <a:pt x="3172" y="4196"/>
                  </a:moveTo>
                  <a:lnTo>
                    <a:pt x="147" y="2342"/>
                  </a:lnTo>
                  <a:cubicBezTo>
                    <a:pt x="1" y="2245"/>
                    <a:pt x="1" y="2098"/>
                    <a:pt x="147" y="2050"/>
                  </a:cubicBezTo>
                  <a:lnTo>
                    <a:pt x="3318" y="49"/>
                  </a:lnTo>
                  <a:cubicBezTo>
                    <a:pt x="3416" y="0"/>
                    <a:pt x="3513" y="0"/>
                    <a:pt x="3611" y="49"/>
                  </a:cubicBezTo>
                  <a:lnTo>
                    <a:pt x="6685" y="1903"/>
                  </a:lnTo>
                  <a:cubicBezTo>
                    <a:pt x="6782" y="2001"/>
                    <a:pt x="6782" y="2147"/>
                    <a:pt x="6685" y="2196"/>
                  </a:cubicBezTo>
                  <a:lnTo>
                    <a:pt x="3513" y="4196"/>
                  </a:lnTo>
                  <a:cubicBezTo>
                    <a:pt x="3416" y="4245"/>
                    <a:pt x="3269" y="4245"/>
                    <a:pt x="3172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5"/>
            <p:cNvSpPr/>
            <p:nvPr/>
          </p:nvSpPr>
          <p:spPr>
            <a:xfrm>
              <a:off x="6423778" y="2923545"/>
              <a:ext cx="155867" cy="99633"/>
            </a:xfrm>
            <a:custGeom>
              <a:rect b="b" l="l" r="r" t="t"/>
              <a:pathLst>
                <a:path extrusionOk="0" h="4295" w="6782">
                  <a:moveTo>
                    <a:pt x="3172" y="4197"/>
                  </a:moveTo>
                  <a:lnTo>
                    <a:pt x="147" y="2343"/>
                  </a:lnTo>
                  <a:cubicBezTo>
                    <a:pt x="1" y="2294"/>
                    <a:pt x="1" y="2147"/>
                    <a:pt x="147" y="2050"/>
                  </a:cubicBezTo>
                  <a:lnTo>
                    <a:pt x="3318" y="98"/>
                  </a:lnTo>
                  <a:cubicBezTo>
                    <a:pt x="3416" y="1"/>
                    <a:pt x="3513" y="1"/>
                    <a:pt x="3660" y="98"/>
                  </a:cubicBezTo>
                  <a:lnTo>
                    <a:pt x="6684" y="1952"/>
                  </a:lnTo>
                  <a:cubicBezTo>
                    <a:pt x="6782" y="2001"/>
                    <a:pt x="6782" y="2147"/>
                    <a:pt x="6684" y="2245"/>
                  </a:cubicBezTo>
                  <a:lnTo>
                    <a:pt x="3513" y="4197"/>
                  </a:lnTo>
                  <a:cubicBezTo>
                    <a:pt x="3416" y="4294"/>
                    <a:pt x="3269" y="4294"/>
                    <a:pt x="3172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6515730" y="2980143"/>
              <a:ext cx="155867" cy="98473"/>
            </a:xfrm>
            <a:custGeom>
              <a:rect b="b" l="l" r="r" t="t"/>
              <a:pathLst>
                <a:path extrusionOk="0" h="4245" w="6782">
                  <a:moveTo>
                    <a:pt x="3171" y="4196"/>
                  </a:moveTo>
                  <a:lnTo>
                    <a:pt x="98" y="2342"/>
                  </a:lnTo>
                  <a:cubicBezTo>
                    <a:pt x="0" y="2244"/>
                    <a:pt x="0" y="2098"/>
                    <a:pt x="98" y="2049"/>
                  </a:cubicBezTo>
                  <a:lnTo>
                    <a:pt x="3269" y="49"/>
                  </a:lnTo>
                  <a:cubicBezTo>
                    <a:pt x="3366" y="0"/>
                    <a:pt x="3513" y="0"/>
                    <a:pt x="3610" y="49"/>
                  </a:cubicBezTo>
                  <a:lnTo>
                    <a:pt x="6635" y="1903"/>
                  </a:lnTo>
                  <a:cubicBezTo>
                    <a:pt x="6782" y="2001"/>
                    <a:pt x="6782" y="2147"/>
                    <a:pt x="6635" y="2196"/>
                  </a:cubicBezTo>
                  <a:lnTo>
                    <a:pt x="3464" y="4196"/>
                  </a:lnTo>
                  <a:cubicBezTo>
                    <a:pt x="3366" y="4245"/>
                    <a:pt x="3269" y="4245"/>
                    <a:pt x="3171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5"/>
            <p:cNvSpPr/>
            <p:nvPr/>
          </p:nvSpPr>
          <p:spPr>
            <a:xfrm>
              <a:off x="6605430" y="3036718"/>
              <a:ext cx="155867" cy="98497"/>
            </a:xfrm>
            <a:custGeom>
              <a:rect b="b" l="l" r="r" t="t"/>
              <a:pathLst>
                <a:path extrusionOk="0" h="4246" w="6782">
                  <a:moveTo>
                    <a:pt x="3171" y="4196"/>
                  </a:moveTo>
                  <a:lnTo>
                    <a:pt x="146" y="2342"/>
                  </a:lnTo>
                  <a:cubicBezTo>
                    <a:pt x="0" y="2294"/>
                    <a:pt x="0" y="2147"/>
                    <a:pt x="146" y="2050"/>
                  </a:cubicBezTo>
                  <a:lnTo>
                    <a:pt x="3318" y="49"/>
                  </a:lnTo>
                  <a:cubicBezTo>
                    <a:pt x="3415" y="1"/>
                    <a:pt x="3513" y="1"/>
                    <a:pt x="3610" y="49"/>
                  </a:cubicBezTo>
                  <a:lnTo>
                    <a:pt x="6684" y="1952"/>
                  </a:lnTo>
                  <a:cubicBezTo>
                    <a:pt x="6782" y="2001"/>
                    <a:pt x="6782" y="2147"/>
                    <a:pt x="6684" y="2245"/>
                  </a:cubicBezTo>
                  <a:lnTo>
                    <a:pt x="3513" y="4196"/>
                  </a:lnTo>
                  <a:cubicBezTo>
                    <a:pt x="3415" y="4245"/>
                    <a:pt x="3269" y="4245"/>
                    <a:pt x="3171" y="41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6697360" y="3093293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23" y="4197"/>
                  </a:moveTo>
                  <a:lnTo>
                    <a:pt x="98" y="2343"/>
                  </a:lnTo>
                  <a:cubicBezTo>
                    <a:pt x="1" y="2294"/>
                    <a:pt x="1" y="2099"/>
                    <a:pt x="98" y="2050"/>
                  </a:cubicBezTo>
                  <a:lnTo>
                    <a:pt x="3270" y="50"/>
                  </a:lnTo>
                  <a:cubicBezTo>
                    <a:pt x="3367" y="1"/>
                    <a:pt x="3513" y="1"/>
                    <a:pt x="3611" y="50"/>
                  </a:cubicBezTo>
                  <a:lnTo>
                    <a:pt x="6685" y="1953"/>
                  </a:lnTo>
                  <a:cubicBezTo>
                    <a:pt x="6782" y="2001"/>
                    <a:pt x="6782" y="2148"/>
                    <a:pt x="6685" y="2245"/>
                  </a:cubicBezTo>
                  <a:lnTo>
                    <a:pt x="3513" y="4197"/>
                  </a:lnTo>
                  <a:cubicBezTo>
                    <a:pt x="3367" y="4246"/>
                    <a:pt x="3221" y="4246"/>
                    <a:pt x="3123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6788186" y="3148754"/>
              <a:ext cx="155890" cy="99610"/>
            </a:xfrm>
            <a:custGeom>
              <a:rect b="b" l="l" r="r" t="t"/>
              <a:pathLst>
                <a:path extrusionOk="0" h="4294" w="6783">
                  <a:moveTo>
                    <a:pt x="3172" y="4245"/>
                  </a:moveTo>
                  <a:lnTo>
                    <a:pt x="98" y="2342"/>
                  </a:lnTo>
                  <a:cubicBezTo>
                    <a:pt x="1" y="2294"/>
                    <a:pt x="1" y="2147"/>
                    <a:pt x="98" y="2050"/>
                  </a:cubicBezTo>
                  <a:lnTo>
                    <a:pt x="3269" y="98"/>
                  </a:lnTo>
                  <a:cubicBezTo>
                    <a:pt x="3367" y="1"/>
                    <a:pt x="3513" y="1"/>
                    <a:pt x="3611" y="98"/>
                  </a:cubicBezTo>
                  <a:lnTo>
                    <a:pt x="6636" y="1903"/>
                  </a:lnTo>
                  <a:cubicBezTo>
                    <a:pt x="6782" y="2001"/>
                    <a:pt x="6782" y="2147"/>
                    <a:pt x="6636" y="2196"/>
                  </a:cubicBezTo>
                  <a:lnTo>
                    <a:pt x="3464" y="4196"/>
                  </a:lnTo>
                  <a:cubicBezTo>
                    <a:pt x="3367" y="4245"/>
                    <a:pt x="3269" y="4294"/>
                    <a:pt x="3172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6879012" y="3206465"/>
              <a:ext cx="155867" cy="98497"/>
            </a:xfrm>
            <a:custGeom>
              <a:rect b="b" l="l" r="r" t="t"/>
              <a:pathLst>
                <a:path extrusionOk="0" h="4246" w="6782">
                  <a:moveTo>
                    <a:pt x="3172" y="4148"/>
                  </a:moveTo>
                  <a:lnTo>
                    <a:pt x="98" y="2343"/>
                  </a:lnTo>
                  <a:cubicBezTo>
                    <a:pt x="0" y="2245"/>
                    <a:pt x="0" y="2099"/>
                    <a:pt x="98" y="2050"/>
                  </a:cubicBezTo>
                  <a:lnTo>
                    <a:pt x="3269" y="50"/>
                  </a:lnTo>
                  <a:cubicBezTo>
                    <a:pt x="3367" y="1"/>
                    <a:pt x="3513" y="1"/>
                    <a:pt x="3611" y="50"/>
                  </a:cubicBezTo>
                  <a:lnTo>
                    <a:pt x="6635" y="1903"/>
                  </a:lnTo>
                  <a:cubicBezTo>
                    <a:pt x="6782" y="1952"/>
                    <a:pt x="6782" y="2099"/>
                    <a:pt x="6635" y="2196"/>
                  </a:cubicBezTo>
                  <a:lnTo>
                    <a:pt x="3464" y="4148"/>
                  </a:lnTo>
                  <a:cubicBezTo>
                    <a:pt x="3367" y="4245"/>
                    <a:pt x="3269" y="4245"/>
                    <a:pt x="3172" y="4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5"/>
            <p:cNvSpPr/>
            <p:nvPr/>
          </p:nvSpPr>
          <p:spPr>
            <a:xfrm>
              <a:off x="6969838" y="3263063"/>
              <a:ext cx="155867" cy="98473"/>
            </a:xfrm>
            <a:custGeom>
              <a:rect b="b" l="l" r="r" t="t"/>
              <a:pathLst>
                <a:path extrusionOk="0" h="4245" w="6782">
                  <a:moveTo>
                    <a:pt x="3171" y="4147"/>
                  </a:moveTo>
                  <a:lnTo>
                    <a:pt x="98" y="2342"/>
                  </a:lnTo>
                  <a:cubicBezTo>
                    <a:pt x="0" y="2244"/>
                    <a:pt x="0" y="2098"/>
                    <a:pt x="98" y="2049"/>
                  </a:cubicBezTo>
                  <a:lnTo>
                    <a:pt x="3269" y="49"/>
                  </a:lnTo>
                  <a:cubicBezTo>
                    <a:pt x="3367" y="0"/>
                    <a:pt x="3513" y="0"/>
                    <a:pt x="3610" y="49"/>
                  </a:cubicBezTo>
                  <a:lnTo>
                    <a:pt x="6684" y="1903"/>
                  </a:lnTo>
                  <a:cubicBezTo>
                    <a:pt x="6782" y="2000"/>
                    <a:pt x="6782" y="2147"/>
                    <a:pt x="6684" y="2196"/>
                  </a:cubicBezTo>
                  <a:lnTo>
                    <a:pt x="3464" y="4196"/>
                  </a:lnTo>
                  <a:cubicBezTo>
                    <a:pt x="3367" y="4245"/>
                    <a:pt x="3269" y="4245"/>
                    <a:pt x="3171" y="4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7152594" y="3378486"/>
              <a:ext cx="270251" cy="169783"/>
            </a:xfrm>
            <a:custGeom>
              <a:rect b="b" l="l" r="r" t="t"/>
              <a:pathLst>
                <a:path extrusionOk="0" h="7319" w="11759">
                  <a:moveTo>
                    <a:pt x="11661" y="4977"/>
                  </a:moveTo>
                  <a:lnTo>
                    <a:pt x="10246" y="4099"/>
                  </a:lnTo>
                  <a:lnTo>
                    <a:pt x="10246" y="4099"/>
                  </a:lnTo>
                  <a:lnTo>
                    <a:pt x="3611" y="49"/>
                  </a:lnTo>
                  <a:cubicBezTo>
                    <a:pt x="3513" y="1"/>
                    <a:pt x="3416" y="1"/>
                    <a:pt x="3318" y="49"/>
                  </a:cubicBezTo>
                  <a:lnTo>
                    <a:pt x="147" y="2050"/>
                  </a:lnTo>
                  <a:cubicBezTo>
                    <a:pt x="1" y="2098"/>
                    <a:pt x="1" y="2245"/>
                    <a:pt x="147" y="2342"/>
                  </a:cubicBezTo>
                  <a:lnTo>
                    <a:pt x="5123" y="5367"/>
                  </a:lnTo>
                  <a:lnTo>
                    <a:pt x="5123" y="5367"/>
                  </a:lnTo>
                  <a:lnTo>
                    <a:pt x="8197" y="7221"/>
                  </a:lnTo>
                  <a:cubicBezTo>
                    <a:pt x="8294" y="7319"/>
                    <a:pt x="8392" y="7319"/>
                    <a:pt x="8490" y="7221"/>
                  </a:cubicBezTo>
                  <a:lnTo>
                    <a:pt x="11661" y="5270"/>
                  </a:lnTo>
                  <a:cubicBezTo>
                    <a:pt x="11758" y="5172"/>
                    <a:pt x="11758" y="5026"/>
                    <a:pt x="11661" y="4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7171646" y="3509751"/>
              <a:ext cx="155890" cy="99633"/>
            </a:xfrm>
            <a:custGeom>
              <a:rect b="b" l="l" r="r" t="t"/>
              <a:pathLst>
                <a:path extrusionOk="0" h="4295" w="6783">
                  <a:moveTo>
                    <a:pt x="3172" y="4245"/>
                  </a:moveTo>
                  <a:lnTo>
                    <a:pt x="99" y="2391"/>
                  </a:lnTo>
                  <a:cubicBezTo>
                    <a:pt x="1" y="2294"/>
                    <a:pt x="1" y="2148"/>
                    <a:pt x="99" y="2099"/>
                  </a:cubicBezTo>
                  <a:lnTo>
                    <a:pt x="3270" y="98"/>
                  </a:lnTo>
                  <a:cubicBezTo>
                    <a:pt x="3367" y="1"/>
                    <a:pt x="3514" y="1"/>
                    <a:pt x="3611" y="98"/>
                  </a:cubicBezTo>
                  <a:lnTo>
                    <a:pt x="6685" y="1952"/>
                  </a:lnTo>
                  <a:cubicBezTo>
                    <a:pt x="6782" y="2001"/>
                    <a:pt x="6782" y="2196"/>
                    <a:pt x="6685" y="2245"/>
                  </a:cubicBezTo>
                  <a:lnTo>
                    <a:pt x="3465" y="4245"/>
                  </a:lnTo>
                  <a:cubicBezTo>
                    <a:pt x="3367" y="4294"/>
                    <a:pt x="3270" y="4294"/>
                    <a:pt x="3172" y="4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5"/>
            <p:cNvSpPr/>
            <p:nvPr/>
          </p:nvSpPr>
          <p:spPr>
            <a:xfrm>
              <a:off x="7123452" y="3455450"/>
              <a:ext cx="113258" cy="71309"/>
            </a:xfrm>
            <a:custGeom>
              <a:rect b="b" l="l" r="r" t="t"/>
              <a:pathLst>
                <a:path extrusionOk="0" h="3074" w="4928">
                  <a:moveTo>
                    <a:pt x="3171" y="2976"/>
                  </a:moveTo>
                  <a:lnTo>
                    <a:pt x="146" y="1171"/>
                  </a:lnTo>
                  <a:cubicBezTo>
                    <a:pt x="0" y="1073"/>
                    <a:pt x="0" y="927"/>
                    <a:pt x="146" y="829"/>
                  </a:cubicBezTo>
                  <a:lnTo>
                    <a:pt x="1415" y="49"/>
                  </a:lnTo>
                  <a:cubicBezTo>
                    <a:pt x="1512" y="0"/>
                    <a:pt x="1659" y="0"/>
                    <a:pt x="1756" y="49"/>
                  </a:cubicBezTo>
                  <a:lnTo>
                    <a:pt x="4781" y="1854"/>
                  </a:lnTo>
                  <a:cubicBezTo>
                    <a:pt x="4928" y="1952"/>
                    <a:pt x="4928" y="2098"/>
                    <a:pt x="4781" y="2196"/>
                  </a:cubicBezTo>
                  <a:lnTo>
                    <a:pt x="3562" y="2976"/>
                  </a:lnTo>
                  <a:cubicBezTo>
                    <a:pt x="3415" y="3074"/>
                    <a:pt x="3269" y="3074"/>
                    <a:pt x="3171" y="29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5"/>
            <p:cNvSpPr/>
            <p:nvPr/>
          </p:nvSpPr>
          <p:spPr>
            <a:xfrm>
              <a:off x="7080843" y="3481476"/>
              <a:ext cx="112132" cy="71309"/>
            </a:xfrm>
            <a:custGeom>
              <a:rect b="b" l="l" r="r" t="t"/>
              <a:pathLst>
                <a:path extrusionOk="0" h="3074" w="4879">
                  <a:moveTo>
                    <a:pt x="3171" y="3025"/>
                  </a:moveTo>
                  <a:lnTo>
                    <a:pt x="98" y="1171"/>
                  </a:lnTo>
                  <a:cubicBezTo>
                    <a:pt x="0" y="1122"/>
                    <a:pt x="0" y="927"/>
                    <a:pt x="98" y="878"/>
                  </a:cubicBezTo>
                  <a:lnTo>
                    <a:pt x="1366" y="49"/>
                  </a:lnTo>
                  <a:cubicBezTo>
                    <a:pt x="1464" y="0"/>
                    <a:pt x="1610" y="0"/>
                    <a:pt x="1708" y="49"/>
                  </a:cubicBezTo>
                  <a:lnTo>
                    <a:pt x="4781" y="1903"/>
                  </a:lnTo>
                  <a:cubicBezTo>
                    <a:pt x="4879" y="1952"/>
                    <a:pt x="4879" y="2147"/>
                    <a:pt x="4781" y="2196"/>
                  </a:cubicBezTo>
                  <a:lnTo>
                    <a:pt x="3464" y="3025"/>
                  </a:lnTo>
                  <a:cubicBezTo>
                    <a:pt x="3366" y="3074"/>
                    <a:pt x="3269" y="3074"/>
                    <a:pt x="3171" y="30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6990017" y="3397715"/>
              <a:ext cx="154764" cy="98497"/>
            </a:xfrm>
            <a:custGeom>
              <a:rect b="b" l="l" r="r" t="t"/>
              <a:pathLst>
                <a:path extrusionOk="0" h="4246" w="6734">
                  <a:moveTo>
                    <a:pt x="3123" y="4197"/>
                  </a:moveTo>
                  <a:lnTo>
                    <a:pt x="98" y="2343"/>
                  </a:lnTo>
                  <a:cubicBezTo>
                    <a:pt x="0" y="2294"/>
                    <a:pt x="0" y="2099"/>
                    <a:pt x="98" y="2050"/>
                  </a:cubicBezTo>
                  <a:lnTo>
                    <a:pt x="3269" y="50"/>
                  </a:lnTo>
                  <a:cubicBezTo>
                    <a:pt x="3367" y="1"/>
                    <a:pt x="3513" y="1"/>
                    <a:pt x="3611" y="50"/>
                  </a:cubicBezTo>
                  <a:lnTo>
                    <a:pt x="6635" y="1904"/>
                  </a:lnTo>
                  <a:cubicBezTo>
                    <a:pt x="6733" y="2001"/>
                    <a:pt x="6733" y="2148"/>
                    <a:pt x="6635" y="2245"/>
                  </a:cubicBezTo>
                  <a:lnTo>
                    <a:pt x="3464" y="4197"/>
                  </a:lnTo>
                  <a:cubicBezTo>
                    <a:pt x="3367" y="4245"/>
                    <a:pt x="3220" y="4245"/>
                    <a:pt x="3123" y="41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6899191" y="3342277"/>
              <a:ext cx="154764" cy="98473"/>
            </a:xfrm>
            <a:custGeom>
              <a:rect b="b" l="l" r="r" t="t"/>
              <a:pathLst>
                <a:path extrusionOk="0" h="4245" w="6734">
                  <a:moveTo>
                    <a:pt x="3123" y="4147"/>
                  </a:moveTo>
                  <a:lnTo>
                    <a:pt x="98" y="2342"/>
                  </a:lnTo>
                  <a:cubicBezTo>
                    <a:pt x="1" y="2245"/>
                    <a:pt x="1" y="2098"/>
                    <a:pt x="98" y="2049"/>
                  </a:cubicBezTo>
                  <a:lnTo>
                    <a:pt x="3269" y="49"/>
                  </a:lnTo>
                  <a:cubicBezTo>
                    <a:pt x="3367" y="0"/>
                    <a:pt x="3464" y="0"/>
                    <a:pt x="3562" y="49"/>
                  </a:cubicBezTo>
                  <a:lnTo>
                    <a:pt x="6636" y="1903"/>
                  </a:lnTo>
                  <a:cubicBezTo>
                    <a:pt x="6733" y="2001"/>
                    <a:pt x="6733" y="2147"/>
                    <a:pt x="6636" y="2196"/>
                  </a:cubicBezTo>
                  <a:lnTo>
                    <a:pt x="3464" y="4196"/>
                  </a:lnTo>
                  <a:cubicBezTo>
                    <a:pt x="3367" y="4245"/>
                    <a:pt x="3221" y="4245"/>
                    <a:pt x="3123" y="4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6446209" y="3059357"/>
              <a:ext cx="514670" cy="322561"/>
            </a:xfrm>
            <a:custGeom>
              <a:rect b="b" l="l" r="r" t="t"/>
              <a:pathLst>
                <a:path extrusionOk="0" h="13905" w="22394">
                  <a:moveTo>
                    <a:pt x="98" y="2049"/>
                  </a:moveTo>
                  <a:lnTo>
                    <a:pt x="3269" y="49"/>
                  </a:lnTo>
                  <a:cubicBezTo>
                    <a:pt x="3367" y="0"/>
                    <a:pt x="3513" y="0"/>
                    <a:pt x="3611" y="49"/>
                  </a:cubicBezTo>
                  <a:lnTo>
                    <a:pt x="22296" y="11563"/>
                  </a:lnTo>
                  <a:cubicBezTo>
                    <a:pt x="22394" y="11661"/>
                    <a:pt x="22394" y="11807"/>
                    <a:pt x="22296" y="11856"/>
                  </a:cubicBezTo>
                  <a:lnTo>
                    <a:pt x="19125" y="13856"/>
                  </a:lnTo>
                  <a:cubicBezTo>
                    <a:pt x="19027" y="13905"/>
                    <a:pt x="18881" y="13905"/>
                    <a:pt x="18784" y="13856"/>
                  </a:cubicBezTo>
                  <a:lnTo>
                    <a:pt x="98" y="2342"/>
                  </a:lnTo>
                  <a:cubicBezTo>
                    <a:pt x="0" y="2293"/>
                    <a:pt x="0" y="2098"/>
                    <a:pt x="98" y="2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6310521" y="2975620"/>
              <a:ext cx="197374" cy="124501"/>
            </a:xfrm>
            <a:custGeom>
              <a:rect b="b" l="l" r="r" t="t"/>
              <a:pathLst>
                <a:path extrusionOk="0" h="5367" w="8588">
                  <a:moveTo>
                    <a:pt x="8490" y="3074"/>
                  </a:moveTo>
                  <a:lnTo>
                    <a:pt x="7075" y="2196"/>
                  </a:lnTo>
                  <a:lnTo>
                    <a:pt x="7075" y="2196"/>
                  </a:lnTo>
                  <a:lnTo>
                    <a:pt x="3611" y="49"/>
                  </a:lnTo>
                  <a:cubicBezTo>
                    <a:pt x="3514" y="0"/>
                    <a:pt x="3367" y="0"/>
                    <a:pt x="3270" y="49"/>
                  </a:cubicBezTo>
                  <a:lnTo>
                    <a:pt x="99" y="2049"/>
                  </a:lnTo>
                  <a:cubicBezTo>
                    <a:pt x="1" y="2098"/>
                    <a:pt x="1" y="2244"/>
                    <a:pt x="99" y="2342"/>
                  </a:cubicBezTo>
                  <a:lnTo>
                    <a:pt x="1952" y="3464"/>
                  </a:lnTo>
                  <a:lnTo>
                    <a:pt x="1952" y="3464"/>
                  </a:lnTo>
                  <a:lnTo>
                    <a:pt x="5026" y="5318"/>
                  </a:lnTo>
                  <a:cubicBezTo>
                    <a:pt x="5124" y="5367"/>
                    <a:pt x="5270" y="5367"/>
                    <a:pt x="5368" y="5318"/>
                  </a:cubicBezTo>
                  <a:lnTo>
                    <a:pt x="8539" y="3318"/>
                  </a:lnTo>
                  <a:cubicBezTo>
                    <a:pt x="8588" y="3269"/>
                    <a:pt x="8588" y="3122"/>
                    <a:pt x="8490" y="3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6220821" y="2920159"/>
              <a:ext cx="155890" cy="98497"/>
            </a:xfrm>
            <a:custGeom>
              <a:rect b="b" l="l" r="r" t="t"/>
              <a:pathLst>
                <a:path extrusionOk="0" h="4246" w="6783">
                  <a:moveTo>
                    <a:pt x="3172" y="4147"/>
                  </a:moveTo>
                  <a:lnTo>
                    <a:pt x="147" y="2342"/>
                  </a:lnTo>
                  <a:cubicBezTo>
                    <a:pt x="1" y="2245"/>
                    <a:pt x="1" y="2098"/>
                    <a:pt x="147" y="2050"/>
                  </a:cubicBezTo>
                  <a:lnTo>
                    <a:pt x="3318" y="49"/>
                  </a:lnTo>
                  <a:cubicBezTo>
                    <a:pt x="3416" y="0"/>
                    <a:pt x="3514" y="0"/>
                    <a:pt x="3611" y="49"/>
                  </a:cubicBezTo>
                  <a:lnTo>
                    <a:pt x="6685" y="1903"/>
                  </a:lnTo>
                  <a:cubicBezTo>
                    <a:pt x="6782" y="2001"/>
                    <a:pt x="6782" y="2147"/>
                    <a:pt x="6685" y="2196"/>
                  </a:cubicBezTo>
                  <a:lnTo>
                    <a:pt x="3514" y="4196"/>
                  </a:lnTo>
                  <a:cubicBezTo>
                    <a:pt x="3416" y="4245"/>
                    <a:pt x="3270" y="4245"/>
                    <a:pt x="3172" y="4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5" name="Google Shape;495;p25"/>
          <p:cNvSpPr/>
          <p:nvPr/>
        </p:nvSpPr>
        <p:spPr>
          <a:xfrm>
            <a:off x="6034812" y="2520320"/>
            <a:ext cx="498759" cy="435492"/>
          </a:xfrm>
          <a:custGeom>
            <a:rect b="b" l="l" r="r" t="t"/>
            <a:pathLst>
              <a:path extrusionOk="0" h="17516" w="20248">
                <a:moveTo>
                  <a:pt x="6919" y="1"/>
                </a:moveTo>
                <a:cubicBezTo>
                  <a:pt x="6782" y="1"/>
                  <a:pt x="6652" y="66"/>
                  <a:pt x="6587" y="196"/>
                </a:cubicBezTo>
                <a:lnTo>
                  <a:pt x="488" y="9563"/>
                </a:lnTo>
                <a:lnTo>
                  <a:pt x="244" y="9466"/>
                </a:lnTo>
                <a:lnTo>
                  <a:pt x="0" y="9563"/>
                </a:lnTo>
                <a:lnTo>
                  <a:pt x="244" y="10100"/>
                </a:lnTo>
                <a:cubicBezTo>
                  <a:pt x="293" y="10246"/>
                  <a:pt x="342" y="10344"/>
                  <a:pt x="439" y="10393"/>
                </a:cubicBezTo>
                <a:lnTo>
                  <a:pt x="13319" y="17467"/>
                </a:lnTo>
                <a:cubicBezTo>
                  <a:pt x="13384" y="17499"/>
                  <a:pt x="13455" y="17516"/>
                  <a:pt x="13525" y="17516"/>
                </a:cubicBezTo>
                <a:cubicBezTo>
                  <a:pt x="13666" y="17516"/>
                  <a:pt x="13807" y="17450"/>
                  <a:pt x="13905" y="17320"/>
                </a:cubicBezTo>
                <a:lnTo>
                  <a:pt x="20198" y="7660"/>
                </a:lnTo>
                <a:cubicBezTo>
                  <a:pt x="20247" y="7563"/>
                  <a:pt x="20247" y="7416"/>
                  <a:pt x="20198" y="7319"/>
                </a:cubicBezTo>
                <a:lnTo>
                  <a:pt x="20003" y="6782"/>
                </a:lnTo>
                <a:lnTo>
                  <a:pt x="19662" y="6929"/>
                </a:lnTo>
                <a:lnTo>
                  <a:pt x="7123" y="50"/>
                </a:lnTo>
                <a:cubicBezTo>
                  <a:pt x="7058" y="17"/>
                  <a:pt x="6988" y="1"/>
                  <a:pt x="6919" y="1"/>
                </a:cubicBezTo>
                <a:close/>
              </a:path>
            </a:pathLst>
          </a:custGeom>
          <a:solidFill>
            <a:srgbClr val="F8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6032398" y="2504011"/>
            <a:ext cx="496370" cy="436983"/>
          </a:xfrm>
          <a:custGeom>
            <a:rect b="b" l="l" r="r" t="t"/>
            <a:pathLst>
              <a:path extrusionOk="0" h="17576" w="20151">
                <a:moveTo>
                  <a:pt x="6820" y="1"/>
                </a:moveTo>
                <a:cubicBezTo>
                  <a:pt x="6679" y="1"/>
                  <a:pt x="6538" y="88"/>
                  <a:pt x="6441" y="218"/>
                </a:cubicBezTo>
                <a:lnTo>
                  <a:pt x="147" y="9926"/>
                </a:lnTo>
                <a:cubicBezTo>
                  <a:pt x="1" y="10073"/>
                  <a:pt x="98" y="10317"/>
                  <a:pt x="293" y="10414"/>
                </a:cubicBezTo>
                <a:lnTo>
                  <a:pt x="13125" y="17537"/>
                </a:lnTo>
                <a:cubicBezTo>
                  <a:pt x="13190" y="17563"/>
                  <a:pt x="13255" y="17576"/>
                  <a:pt x="13319" y="17576"/>
                </a:cubicBezTo>
                <a:cubicBezTo>
                  <a:pt x="13492" y="17576"/>
                  <a:pt x="13652" y="17485"/>
                  <a:pt x="13759" y="17342"/>
                </a:cubicBezTo>
                <a:lnTo>
                  <a:pt x="20004" y="7731"/>
                </a:lnTo>
                <a:cubicBezTo>
                  <a:pt x="20150" y="7536"/>
                  <a:pt x="20101" y="7292"/>
                  <a:pt x="19906" y="7194"/>
                </a:cubicBezTo>
                <a:lnTo>
                  <a:pt x="7026" y="71"/>
                </a:lnTo>
                <a:cubicBezTo>
                  <a:pt x="6961" y="22"/>
                  <a:pt x="6891" y="1"/>
                  <a:pt x="6820" y="1"/>
                </a:cubicBezTo>
                <a:close/>
              </a:path>
            </a:pathLst>
          </a:custGeom>
          <a:solidFill>
            <a:srgbClr val="F495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6049222" y="2516690"/>
            <a:ext cx="465111" cy="412444"/>
          </a:xfrm>
          <a:custGeom>
            <a:rect b="b" l="l" r="r" t="t"/>
            <a:pathLst>
              <a:path extrusionOk="0" fill="none" h="16589" w="18882">
                <a:moveTo>
                  <a:pt x="196" y="9807"/>
                </a:moveTo>
                <a:lnTo>
                  <a:pt x="12246" y="16491"/>
                </a:lnTo>
                <a:cubicBezTo>
                  <a:pt x="12490" y="16588"/>
                  <a:pt x="12734" y="16539"/>
                  <a:pt x="12881" y="16344"/>
                </a:cubicBezTo>
                <a:lnTo>
                  <a:pt x="18784" y="7270"/>
                </a:lnTo>
                <a:cubicBezTo>
                  <a:pt x="18882" y="7075"/>
                  <a:pt x="18833" y="6879"/>
                  <a:pt x="18638" y="6782"/>
                </a:cubicBezTo>
                <a:lnTo>
                  <a:pt x="6538" y="98"/>
                </a:lnTo>
                <a:cubicBezTo>
                  <a:pt x="6392" y="0"/>
                  <a:pt x="6148" y="49"/>
                  <a:pt x="6050" y="196"/>
                </a:cubicBezTo>
                <a:lnTo>
                  <a:pt x="98" y="9319"/>
                </a:lnTo>
                <a:cubicBezTo>
                  <a:pt x="1" y="9465"/>
                  <a:pt x="50" y="9709"/>
                  <a:pt x="196" y="9807"/>
                </a:cubicBezTo>
                <a:close/>
              </a:path>
            </a:pathLst>
          </a:custGeom>
          <a:noFill/>
          <a:ln cap="flat" cmpd="sng" w="2450">
            <a:solidFill>
              <a:srgbClr val="F8FBFF"/>
            </a:solidFill>
            <a:prstDash val="solid"/>
            <a:miter lim="4878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6382117" y="2766406"/>
            <a:ext cx="104590" cy="102061"/>
          </a:xfrm>
          <a:custGeom>
            <a:rect b="b" l="l" r="r" t="t"/>
            <a:pathLst>
              <a:path extrusionOk="0" h="4105" w="4246">
                <a:moveTo>
                  <a:pt x="1694" y="1"/>
                </a:moveTo>
                <a:cubicBezTo>
                  <a:pt x="1557" y="1"/>
                  <a:pt x="918" y="1094"/>
                  <a:pt x="684" y="1421"/>
                </a:cubicBezTo>
                <a:cubicBezTo>
                  <a:pt x="489" y="1617"/>
                  <a:pt x="391" y="1909"/>
                  <a:pt x="342" y="2202"/>
                </a:cubicBezTo>
                <a:cubicBezTo>
                  <a:pt x="245" y="2397"/>
                  <a:pt x="147" y="2544"/>
                  <a:pt x="1" y="2690"/>
                </a:cubicBezTo>
                <a:lnTo>
                  <a:pt x="2684" y="4105"/>
                </a:lnTo>
                <a:cubicBezTo>
                  <a:pt x="3172" y="3666"/>
                  <a:pt x="3562" y="3178"/>
                  <a:pt x="3904" y="2641"/>
                </a:cubicBezTo>
                <a:cubicBezTo>
                  <a:pt x="4002" y="2202"/>
                  <a:pt x="4245" y="836"/>
                  <a:pt x="4099" y="836"/>
                </a:cubicBezTo>
                <a:cubicBezTo>
                  <a:pt x="3709" y="1178"/>
                  <a:pt x="3319" y="1519"/>
                  <a:pt x="2879" y="1763"/>
                </a:cubicBezTo>
                <a:cubicBezTo>
                  <a:pt x="2659" y="1829"/>
                  <a:pt x="2379" y="1855"/>
                  <a:pt x="2139" y="1855"/>
                </a:cubicBezTo>
                <a:cubicBezTo>
                  <a:pt x="1846" y="1855"/>
                  <a:pt x="1611" y="1817"/>
                  <a:pt x="1611" y="1763"/>
                </a:cubicBezTo>
                <a:cubicBezTo>
                  <a:pt x="1611" y="1617"/>
                  <a:pt x="1806" y="1324"/>
                  <a:pt x="1904" y="885"/>
                </a:cubicBezTo>
                <a:cubicBezTo>
                  <a:pt x="2001" y="592"/>
                  <a:pt x="1952" y="251"/>
                  <a:pt x="1709" y="7"/>
                </a:cubicBezTo>
                <a:cubicBezTo>
                  <a:pt x="1705" y="3"/>
                  <a:pt x="1700" y="1"/>
                  <a:pt x="1694" y="1"/>
                </a:cubicBezTo>
                <a:close/>
              </a:path>
            </a:pathLst>
          </a:custGeom>
          <a:solidFill>
            <a:srgbClr val="F4C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019194" y="2588244"/>
            <a:ext cx="146637" cy="127395"/>
          </a:xfrm>
          <a:custGeom>
            <a:rect b="b" l="l" r="r" t="t"/>
            <a:pathLst>
              <a:path extrusionOk="0" h="5124" w="5953">
                <a:moveTo>
                  <a:pt x="5611" y="1"/>
                </a:moveTo>
                <a:cubicBezTo>
                  <a:pt x="5123" y="294"/>
                  <a:pt x="4684" y="635"/>
                  <a:pt x="4245" y="1025"/>
                </a:cubicBezTo>
                <a:lnTo>
                  <a:pt x="4781" y="196"/>
                </a:lnTo>
                <a:lnTo>
                  <a:pt x="4781" y="196"/>
                </a:lnTo>
                <a:cubicBezTo>
                  <a:pt x="4196" y="245"/>
                  <a:pt x="3610" y="391"/>
                  <a:pt x="3025" y="635"/>
                </a:cubicBezTo>
                <a:cubicBezTo>
                  <a:pt x="2391" y="977"/>
                  <a:pt x="2244" y="1855"/>
                  <a:pt x="2000" y="2099"/>
                </a:cubicBezTo>
                <a:cubicBezTo>
                  <a:pt x="1708" y="2343"/>
                  <a:pt x="0" y="3660"/>
                  <a:pt x="0" y="3660"/>
                </a:cubicBezTo>
                <a:lnTo>
                  <a:pt x="1415" y="5124"/>
                </a:lnTo>
                <a:lnTo>
                  <a:pt x="2830" y="3709"/>
                </a:lnTo>
                <a:cubicBezTo>
                  <a:pt x="3025" y="3514"/>
                  <a:pt x="3269" y="3367"/>
                  <a:pt x="3513" y="3270"/>
                </a:cubicBezTo>
                <a:cubicBezTo>
                  <a:pt x="4196" y="3026"/>
                  <a:pt x="4732" y="2440"/>
                  <a:pt x="4879" y="1757"/>
                </a:cubicBezTo>
                <a:cubicBezTo>
                  <a:pt x="5025" y="1464"/>
                  <a:pt x="5757" y="733"/>
                  <a:pt x="5855" y="586"/>
                </a:cubicBezTo>
                <a:cubicBezTo>
                  <a:pt x="5952" y="391"/>
                  <a:pt x="5903" y="1"/>
                  <a:pt x="5611" y="1"/>
                </a:cubicBezTo>
                <a:close/>
              </a:path>
            </a:pathLst>
          </a:custGeom>
          <a:solidFill>
            <a:srgbClr val="F4C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6082650" y="2363863"/>
            <a:ext cx="53132" cy="73195"/>
          </a:xfrm>
          <a:custGeom>
            <a:rect b="b" l="l" r="r" t="t"/>
            <a:pathLst>
              <a:path extrusionOk="0" h="2944" w="2157">
                <a:moveTo>
                  <a:pt x="1669" y="0"/>
                </a:moveTo>
                <a:lnTo>
                  <a:pt x="400" y="439"/>
                </a:lnTo>
                <a:cubicBezTo>
                  <a:pt x="400" y="439"/>
                  <a:pt x="1" y="2943"/>
                  <a:pt x="611" y="2943"/>
                </a:cubicBezTo>
                <a:cubicBezTo>
                  <a:pt x="708" y="2943"/>
                  <a:pt x="831" y="2880"/>
                  <a:pt x="986" y="2732"/>
                </a:cubicBezTo>
                <a:cubicBezTo>
                  <a:pt x="2156" y="1708"/>
                  <a:pt x="1669" y="0"/>
                  <a:pt x="1669" y="0"/>
                </a:cubicBezTo>
                <a:close/>
              </a:path>
            </a:pathLst>
          </a:custGeom>
          <a:solidFill>
            <a:srgbClr val="300E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5954286" y="2375300"/>
            <a:ext cx="164668" cy="299096"/>
          </a:xfrm>
          <a:custGeom>
            <a:rect b="b" l="l" r="r" t="t"/>
            <a:pathLst>
              <a:path extrusionOk="0" h="12030" w="6685">
                <a:moveTo>
                  <a:pt x="5535" y="0"/>
                </a:moveTo>
                <a:cubicBezTo>
                  <a:pt x="4308" y="0"/>
                  <a:pt x="2218" y="387"/>
                  <a:pt x="1367" y="955"/>
                </a:cubicBezTo>
                <a:cubicBezTo>
                  <a:pt x="196" y="1736"/>
                  <a:pt x="244" y="6517"/>
                  <a:pt x="293" y="7395"/>
                </a:cubicBezTo>
                <a:cubicBezTo>
                  <a:pt x="342" y="8273"/>
                  <a:pt x="293" y="10371"/>
                  <a:pt x="293" y="10371"/>
                </a:cubicBezTo>
                <a:lnTo>
                  <a:pt x="1" y="12030"/>
                </a:lnTo>
                <a:lnTo>
                  <a:pt x="3855" y="11591"/>
                </a:lnTo>
                <a:lnTo>
                  <a:pt x="4489" y="11786"/>
                </a:lnTo>
                <a:cubicBezTo>
                  <a:pt x="4343" y="10566"/>
                  <a:pt x="4343" y="9298"/>
                  <a:pt x="4440" y="8029"/>
                </a:cubicBezTo>
                <a:cubicBezTo>
                  <a:pt x="4440" y="7788"/>
                  <a:pt x="4638" y="7613"/>
                  <a:pt x="4872" y="7613"/>
                </a:cubicBezTo>
                <a:cubicBezTo>
                  <a:pt x="4922" y="7613"/>
                  <a:pt x="4974" y="7622"/>
                  <a:pt x="5026" y="7639"/>
                </a:cubicBezTo>
                <a:cubicBezTo>
                  <a:pt x="5245" y="7749"/>
                  <a:pt x="5492" y="7804"/>
                  <a:pt x="5725" y="7804"/>
                </a:cubicBezTo>
                <a:cubicBezTo>
                  <a:pt x="5803" y="7804"/>
                  <a:pt x="5879" y="7797"/>
                  <a:pt x="5953" y="7785"/>
                </a:cubicBezTo>
                <a:cubicBezTo>
                  <a:pt x="6636" y="7346"/>
                  <a:pt x="6684" y="4516"/>
                  <a:pt x="6636" y="3150"/>
                </a:cubicBezTo>
                <a:cubicBezTo>
                  <a:pt x="6538" y="1833"/>
                  <a:pt x="6440" y="174"/>
                  <a:pt x="6440" y="174"/>
                </a:cubicBezTo>
                <a:cubicBezTo>
                  <a:pt x="6334" y="55"/>
                  <a:pt x="5995" y="0"/>
                  <a:pt x="5535" y="0"/>
                </a:cubicBezTo>
                <a:close/>
              </a:path>
            </a:pathLst>
          </a:custGeom>
          <a:solidFill>
            <a:srgbClr val="F4C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5848535" y="2608407"/>
            <a:ext cx="320888" cy="518756"/>
          </a:xfrm>
          <a:custGeom>
            <a:rect b="b" l="l" r="r" t="t"/>
            <a:pathLst>
              <a:path extrusionOk="0" h="20865" w="13027">
                <a:moveTo>
                  <a:pt x="2943" y="1"/>
                </a:moveTo>
                <a:cubicBezTo>
                  <a:pt x="2326" y="1"/>
                  <a:pt x="1667" y="60"/>
                  <a:pt x="1220" y="263"/>
                </a:cubicBezTo>
                <a:cubicBezTo>
                  <a:pt x="147" y="751"/>
                  <a:pt x="0" y="3678"/>
                  <a:pt x="293" y="6118"/>
                </a:cubicBezTo>
                <a:cubicBezTo>
                  <a:pt x="634" y="8508"/>
                  <a:pt x="1805" y="10704"/>
                  <a:pt x="2000" y="13192"/>
                </a:cubicBezTo>
                <a:cubicBezTo>
                  <a:pt x="2000" y="14899"/>
                  <a:pt x="1659" y="16558"/>
                  <a:pt x="927" y="18071"/>
                </a:cubicBezTo>
                <a:cubicBezTo>
                  <a:pt x="2927" y="19534"/>
                  <a:pt x="5318" y="20412"/>
                  <a:pt x="7806" y="20754"/>
                </a:cubicBezTo>
                <a:cubicBezTo>
                  <a:pt x="8238" y="20828"/>
                  <a:pt x="8675" y="20865"/>
                  <a:pt x="9114" y="20865"/>
                </a:cubicBezTo>
                <a:cubicBezTo>
                  <a:pt x="10410" y="20865"/>
                  <a:pt x="11713" y="20544"/>
                  <a:pt x="12880" y="19925"/>
                </a:cubicBezTo>
                <a:cubicBezTo>
                  <a:pt x="12880" y="19925"/>
                  <a:pt x="12392" y="17485"/>
                  <a:pt x="12197" y="15436"/>
                </a:cubicBezTo>
                <a:cubicBezTo>
                  <a:pt x="12100" y="14851"/>
                  <a:pt x="12100" y="14265"/>
                  <a:pt x="12100" y="13680"/>
                </a:cubicBezTo>
                <a:cubicBezTo>
                  <a:pt x="12148" y="12899"/>
                  <a:pt x="12343" y="11436"/>
                  <a:pt x="12539" y="9874"/>
                </a:cubicBezTo>
                <a:cubicBezTo>
                  <a:pt x="12783" y="7776"/>
                  <a:pt x="13027" y="5532"/>
                  <a:pt x="12734" y="4703"/>
                </a:cubicBezTo>
                <a:cubicBezTo>
                  <a:pt x="12295" y="3239"/>
                  <a:pt x="8733" y="1044"/>
                  <a:pt x="8733" y="1044"/>
                </a:cubicBezTo>
                <a:cubicBezTo>
                  <a:pt x="8733" y="1044"/>
                  <a:pt x="8282" y="1075"/>
                  <a:pt x="7676" y="1075"/>
                </a:cubicBezTo>
                <a:cubicBezTo>
                  <a:pt x="6415" y="1075"/>
                  <a:pt x="4487" y="941"/>
                  <a:pt x="4586" y="117"/>
                </a:cubicBezTo>
                <a:cubicBezTo>
                  <a:pt x="4586" y="117"/>
                  <a:pt x="3806" y="1"/>
                  <a:pt x="2943" y="1"/>
                </a:cubicBezTo>
                <a:close/>
              </a:path>
            </a:pathLst>
          </a:cu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063657" y="2794450"/>
            <a:ext cx="93751" cy="197756"/>
          </a:xfrm>
          <a:custGeom>
            <a:rect b="b" l="l" r="r" t="t"/>
            <a:pathLst>
              <a:path extrusionOk="0" h="7954" w="3806">
                <a:moveTo>
                  <a:pt x="0" y="1"/>
                </a:moveTo>
                <a:lnTo>
                  <a:pt x="0" y="1"/>
                </a:lnTo>
                <a:cubicBezTo>
                  <a:pt x="439" y="1903"/>
                  <a:pt x="927" y="3855"/>
                  <a:pt x="1561" y="5758"/>
                </a:cubicBezTo>
                <a:lnTo>
                  <a:pt x="2440" y="5758"/>
                </a:lnTo>
                <a:lnTo>
                  <a:pt x="3464" y="7953"/>
                </a:lnTo>
                <a:cubicBezTo>
                  <a:pt x="3367" y="7368"/>
                  <a:pt x="3367" y="6782"/>
                  <a:pt x="3367" y="6197"/>
                </a:cubicBezTo>
                <a:cubicBezTo>
                  <a:pt x="3415" y="5416"/>
                  <a:pt x="3610" y="3953"/>
                  <a:pt x="3806" y="2391"/>
                </a:cubicBezTo>
                <a:lnTo>
                  <a:pt x="3659" y="1806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6118935" y="2806583"/>
            <a:ext cx="330519" cy="219760"/>
          </a:xfrm>
          <a:custGeom>
            <a:rect b="b" l="l" r="r" t="t"/>
            <a:pathLst>
              <a:path extrusionOk="0" h="8839" w="13418">
                <a:moveTo>
                  <a:pt x="12149" y="1"/>
                </a:moveTo>
                <a:cubicBezTo>
                  <a:pt x="11709" y="293"/>
                  <a:pt x="10880" y="976"/>
                  <a:pt x="10343" y="1269"/>
                </a:cubicBezTo>
                <a:cubicBezTo>
                  <a:pt x="9807" y="1562"/>
                  <a:pt x="6343" y="3416"/>
                  <a:pt x="4538" y="4440"/>
                </a:cubicBezTo>
                <a:cubicBezTo>
                  <a:pt x="4391" y="4148"/>
                  <a:pt x="3806" y="2391"/>
                  <a:pt x="3708" y="2050"/>
                </a:cubicBezTo>
                <a:cubicBezTo>
                  <a:pt x="3708" y="2050"/>
                  <a:pt x="224" y="3368"/>
                  <a:pt x="9" y="3368"/>
                </a:cubicBezTo>
                <a:cubicBezTo>
                  <a:pt x="5" y="3368"/>
                  <a:pt x="2" y="3368"/>
                  <a:pt x="0" y="3367"/>
                </a:cubicBezTo>
                <a:lnTo>
                  <a:pt x="0" y="3367"/>
                </a:lnTo>
                <a:cubicBezTo>
                  <a:pt x="1" y="3367"/>
                  <a:pt x="1610" y="6636"/>
                  <a:pt x="2293" y="7612"/>
                </a:cubicBezTo>
                <a:cubicBezTo>
                  <a:pt x="2805" y="8365"/>
                  <a:pt x="3150" y="8839"/>
                  <a:pt x="3706" y="8839"/>
                </a:cubicBezTo>
                <a:cubicBezTo>
                  <a:pt x="4051" y="8839"/>
                  <a:pt x="4477" y="8656"/>
                  <a:pt x="5074" y="8246"/>
                </a:cubicBezTo>
                <a:cubicBezTo>
                  <a:pt x="5074" y="8246"/>
                  <a:pt x="10783" y="2977"/>
                  <a:pt x="11319" y="2928"/>
                </a:cubicBezTo>
                <a:cubicBezTo>
                  <a:pt x="11588" y="2903"/>
                  <a:pt x="11746" y="2903"/>
                  <a:pt x="11911" y="2903"/>
                </a:cubicBezTo>
                <a:cubicBezTo>
                  <a:pt x="12075" y="2903"/>
                  <a:pt x="12246" y="2903"/>
                  <a:pt x="12539" y="2879"/>
                </a:cubicBezTo>
                <a:cubicBezTo>
                  <a:pt x="12880" y="2830"/>
                  <a:pt x="13173" y="2684"/>
                  <a:pt x="13417" y="2489"/>
                </a:cubicBezTo>
                <a:cubicBezTo>
                  <a:pt x="12832" y="1708"/>
                  <a:pt x="12441" y="879"/>
                  <a:pt x="12149" y="1"/>
                </a:cubicBezTo>
                <a:close/>
              </a:path>
            </a:pathLst>
          </a:custGeom>
          <a:solidFill>
            <a:srgbClr val="F4C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6058854" y="2725308"/>
            <a:ext cx="162254" cy="195320"/>
          </a:xfrm>
          <a:custGeom>
            <a:rect b="b" l="l" r="r" t="t"/>
            <a:pathLst>
              <a:path extrusionOk="0" h="7856" w="6587">
                <a:moveTo>
                  <a:pt x="4196" y="1"/>
                </a:moveTo>
                <a:lnTo>
                  <a:pt x="0" y="1660"/>
                </a:lnTo>
                <a:cubicBezTo>
                  <a:pt x="146" y="3611"/>
                  <a:pt x="2391" y="7856"/>
                  <a:pt x="2391" y="7856"/>
                </a:cubicBezTo>
                <a:cubicBezTo>
                  <a:pt x="4586" y="7856"/>
                  <a:pt x="6586" y="5807"/>
                  <a:pt x="6586" y="5807"/>
                </a:cubicBezTo>
                <a:lnTo>
                  <a:pt x="4196" y="1"/>
                </a:lnTo>
                <a:close/>
              </a:path>
            </a:pathLst>
          </a:cu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5956700" y="2593092"/>
            <a:ext cx="114172" cy="49700"/>
          </a:xfrm>
          <a:custGeom>
            <a:rect b="b" l="l" r="r" t="t"/>
            <a:pathLst>
              <a:path extrusionOk="0" h="1999" w="4635">
                <a:moveTo>
                  <a:pt x="195" y="1"/>
                </a:moveTo>
                <a:lnTo>
                  <a:pt x="0" y="684"/>
                </a:lnTo>
                <a:cubicBezTo>
                  <a:pt x="49" y="1123"/>
                  <a:pt x="342" y="1562"/>
                  <a:pt x="781" y="1709"/>
                </a:cubicBezTo>
                <a:cubicBezTo>
                  <a:pt x="1488" y="1899"/>
                  <a:pt x="2210" y="1998"/>
                  <a:pt x="2931" y="1998"/>
                </a:cubicBezTo>
                <a:cubicBezTo>
                  <a:pt x="3503" y="1998"/>
                  <a:pt x="4074" y="1936"/>
                  <a:pt x="4635" y="1806"/>
                </a:cubicBezTo>
                <a:lnTo>
                  <a:pt x="4342" y="879"/>
                </a:lnTo>
                <a:cubicBezTo>
                  <a:pt x="4342" y="879"/>
                  <a:pt x="3939" y="936"/>
                  <a:pt x="3363" y="936"/>
                </a:cubicBezTo>
                <a:cubicBezTo>
                  <a:pt x="2429" y="936"/>
                  <a:pt x="1041" y="786"/>
                  <a:pt x="195" y="1"/>
                </a:cubicBezTo>
                <a:close/>
              </a:path>
            </a:pathLst>
          </a:custGeom>
          <a:solidFill>
            <a:srgbClr val="DB09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5889377" y="2309713"/>
            <a:ext cx="239182" cy="420674"/>
          </a:xfrm>
          <a:custGeom>
            <a:rect b="b" l="l" r="r" t="t"/>
            <a:pathLst>
              <a:path extrusionOk="0" h="16920" w="9710">
                <a:moveTo>
                  <a:pt x="5371" y="1"/>
                </a:moveTo>
                <a:cubicBezTo>
                  <a:pt x="2197" y="1"/>
                  <a:pt x="781" y="1917"/>
                  <a:pt x="440" y="4130"/>
                </a:cubicBezTo>
                <a:cubicBezTo>
                  <a:pt x="147" y="7496"/>
                  <a:pt x="1" y="10911"/>
                  <a:pt x="99" y="14326"/>
                </a:cubicBezTo>
                <a:cubicBezTo>
                  <a:pt x="853" y="14939"/>
                  <a:pt x="5982" y="16919"/>
                  <a:pt x="6457" y="16919"/>
                </a:cubicBezTo>
                <a:cubicBezTo>
                  <a:pt x="6474" y="16919"/>
                  <a:pt x="6485" y="16917"/>
                  <a:pt x="6490" y="16912"/>
                </a:cubicBezTo>
                <a:cubicBezTo>
                  <a:pt x="6587" y="16766"/>
                  <a:pt x="6392" y="11497"/>
                  <a:pt x="6392" y="9838"/>
                </a:cubicBezTo>
                <a:cubicBezTo>
                  <a:pt x="6392" y="8116"/>
                  <a:pt x="6434" y="6689"/>
                  <a:pt x="7104" y="6689"/>
                </a:cubicBezTo>
                <a:cubicBezTo>
                  <a:pt x="7156" y="6689"/>
                  <a:pt x="7211" y="6698"/>
                  <a:pt x="7270" y="6715"/>
                </a:cubicBezTo>
                <a:cubicBezTo>
                  <a:pt x="7378" y="6737"/>
                  <a:pt x="7455" y="6754"/>
                  <a:pt x="7509" y="6754"/>
                </a:cubicBezTo>
                <a:cubicBezTo>
                  <a:pt x="7701" y="6754"/>
                  <a:pt x="7612" y="6544"/>
                  <a:pt x="7612" y="5593"/>
                </a:cubicBezTo>
                <a:cubicBezTo>
                  <a:pt x="7612" y="3837"/>
                  <a:pt x="9319" y="4276"/>
                  <a:pt x="9515" y="2666"/>
                </a:cubicBezTo>
                <a:cubicBezTo>
                  <a:pt x="9710" y="1056"/>
                  <a:pt x="7758" y="324"/>
                  <a:pt x="6880" y="129"/>
                </a:cubicBezTo>
                <a:cubicBezTo>
                  <a:pt x="6338" y="42"/>
                  <a:pt x="5836" y="1"/>
                  <a:pt x="5371" y="1"/>
                </a:cubicBezTo>
                <a:close/>
              </a:path>
            </a:pathLst>
          </a:custGeom>
          <a:solidFill>
            <a:srgbClr val="6624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6773909" y="4446113"/>
            <a:ext cx="610517" cy="367567"/>
          </a:xfrm>
          <a:custGeom>
            <a:rect b="b" l="l" r="r" t="t"/>
            <a:pathLst>
              <a:path extrusionOk="0" h="14784" w="24785">
                <a:moveTo>
                  <a:pt x="12393" y="0"/>
                </a:moveTo>
                <a:cubicBezTo>
                  <a:pt x="5563" y="0"/>
                  <a:pt x="1" y="3318"/>
                  <a:pt x="1" y="7416"/>
                </a:cubicBezTo>
                <a:cubicBezTo>
                  <a:pt x="1" y="11466"/>
                  <a:pt x="5563" y="14783"/>
                  <a:pt x="12393" y="14783"/>
                </a:cubicBezTo>
                <a:cubicBezTo>
                  <a:pt x="19223" y="14783"/>
                  <a:pt x="24785" y="11466"/>
                  <a:pt x="24785" y="7416"/>
                </a:cubicBezTo>
                <a:cubicBezTo>
                  <a:pt x="24785" y="3318"/>
                  <a:pt x="19223" y="0"/>
                  <a:pt x="12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6773909" y="4394352"/>
            <a:ext cx="610517" cy="367567"/>
          </a:xfrm>
          <a:custGeom>
            <a:rect b="b" l="l" r="r" t="t"/>
            <a:pathLst>
              <a:path extrusionOk="0" h="14784" w="24785">
                <a:moveTo>
                  <a:pt x="12393" y="1"/>
                </a:moveTo>
                <a:cubicBezTo>
                  <a:pt x="6246" y="1"/>
                  <a:pt x="1123" y="2684"/>
                  <a:pt x="196" y="6197"/>
                </a:cubicBezTo>
                <a:cubicBezTo>
                  <a:pt x="50" y="6587"/>
                  <a:pt x="1" y="6977"/>
                  <a:pt x="1" y="7417"/>
                </a:cubicBezTo>
                <a:cubicBezTo>
                  <a:pt x="1" y="11320"/>
                  <a:pt x="5172" y="14540"/>
                  <a:pt x="11710" y="14783"/>
                </a:cubicBezTo>
                <a:lnTo>
                  <a:pt x="12393" y="14783"/>
                </a:lnTo>
                <a:cubicBezTo>
                  <a:pt x="19272" y="14783"/>
                  <a:pt x="24785" y="11466"/>
                  <a:pt x="24785" y="7368"/>
                </a:cubicBezTo>
                <a:cubicBezTo>
                  <a:pt x="24785" y="3318"/>
                  <a:pt x="19223" y="1"/>
                  <a:pt x="12393" y="1"/>
                </a:cubicBezTo>
                <a:close/>
                <a:moveTo>
                  <a:pt x="12393" y="10295"/>
                </a:moveTo>
                <a:cubicBezTo>
                  <a:pt x="9710" y="10295"/>
                  <a:pt x="7514" y="8978"/>
                  <a:pt x="7514" y="7417"/>
                </a:cubicBezTo>
                <a:cubicBezTo>
                  <a:pt x="7514" y="7368"/>
                  <a:pt x="7514" y="7368"/>
                  <a:pt x="7514" y="7319"/>
                </a:cubicBezTo>
                <a:cubicBezTo>
                  <a:pt x="7563" y="6831"/>
                  <a:pt x="7758" y="6343"/>
                  <a:pt x="8148" y="6002"/>
                </a:cubicBezTo>
                <a:cubicBezTo>
                  <a:pt x="8978" y="5123"/>
                  <a:pt x="10588" y="4489"/>
                  <a:pt x="12393" y="4489"/>
                </a:cubicBezTo>
                <a:cubicBezTo>
                  <a:pt x="15076" y="4489"/>
                  <a:pt x="17272" y="5807"/>
                  <a:pt x="17272" y="7417"/>
                </a:cubicBezTo>
                <a:cubicBezTo>
                  <a:pt x="17272" y="8978"/>
                  <a:pt x="15076" y="10295"/>
                  <a:pt x="12393" y="10295"/>
                </a:cubicBezTo>
                <a:close/>
              </a:path>
            </a:pathLst>
          </a:custGeom>
          <a:solidFill>
            <a:srgbClr val="D9D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6846035" y="4155402"/>
            <a:ext cx="525190" cy="169836"/>
          </a:xfrm>
          <a:custGeom>
            <a:rect b="b" l="l" r="r" t="t"/>
            <a:pathLst>
              <a:path extrusionOk="0" h="6831" w="21321">
                <a:moveTo>
                  <a:pt x="9465" y="1"/>
                </a:moveTo>
                <a:cubicBezTo>
                  <a:pt x="5659" y="1"/>
                  <a:pt x="2244" y="1025"/>
                  <a:pt x="0" y="2635"/>
                </a:cubicBezTo>
                <a:lnTo>
                  <a:pt x="5220" y="5953"/>
                </a:lnTo>
                <a:lnTo>
                  <a:pt x="5220" y="5953"/>
                </a:lnTo>
                <a:cubicBezTo>
                  <a:pt x="6050" y="5075"/>
                  <a:pt x="7660" y="4489"/>
                  <a:pt x="9465" y="4489"/>
                </a:cubicBezTo>
                <a:cubicBezTo>
                  <a:pt x="11855" y="4489"/>
                  <a:pt x="13807" y="5514"/>
                  <a:pt x="14197" y="6831"/>
                </a:cubicBezTo>
                <a:lnTo>
                  <a:pt x="14197" y="6831"/>
                </a:lnTo>
                <a:lnTo>
                  <a:pt x="21320" y="5270"/>
                </a:lnTo>
                <a:cubicBezTo>
                  <a:pt x="19808" y="2245"/>
                  <a:pt x="15075" y="1"/>
                  <a:pt x="9465" y="1"/>
                </a:cubicBezTo>
                <a:close/>
              </a:path>
            </a:pathLst>
          </a:custGeom>
          <a:solidFill>
            <a:srgbClr val="E697C2">
              <a:alpha val="95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6846035" y="4220914"/>
            <a:ext cx="128606" cy="322666"/>
          </a:xfrm>
          <a:custGeom>
            <a:rect b="b" l="l" r="r" t="t"/>
            <a:pathLst>
              <a:path extrusionOk="0" h="12978" w="5221">
                <a:moveTo>
                  <a:pt x="5220" y="3318"/>
                </a:moveTo>
                <a:lnTo>
                  <a:pt x="5220" y="12978"/>
                </a:lnTo>
                <a:lnTo>
                  <a:pt x="0" y="96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7196961" y="4286401"/>
            <a:ext cx="175482" cy="279007"/>
          </a:xfrm>
          <a:custGeom>
            <a:rect b="b" l="l" r="r" t="t"/>
            <a:pathLst>
              <a:path extrusionOk="0" h="11222" w="7124">
                <a:moveTo>
                  <a:pt x="0" y="1562"/>
                </a:moveTo>
                <a:lnTo>
                  <a:pt x="0" y="11222"/>
                </a:lnTo>
                <a:lnTo>
                  <a:pt x="7123" y="9661"/>
                </a:lnTo>
                <a:lnTo>
                  <a:pt x="712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6974621" y="4267008"/>
            <a:ext cx="222358" cy="298400"/>
          </a:xfrm>
          <a:custGeom>
            <a:rect b="b" l="l" r="r" t="t"/>
            <a:pathLst>
              <a:path extrusionOk="0" h="12002" w="9027">
                <a:moveTo>
                  <a:pt x="9026" y="2342"/>
                </a:moveTo>
                <a:lnTo>
                  <a:pt x="9026" y="12002"/>
                </a:lnTo>
                <a:lnTo>
                  <a:pt x="9026" y="12002"/>
                </a:lnTo>
                <a:cubicBezTo>
                  <a:pt x="8587" y="10636"/>
                  <a:pt x="6635" y="9611"/>
                  <a:pt x="4245" y="9611"/>
                </a:cubicBezTo>
                <a:cubicBezTo>
                  <a:pt x="2391" y="9611"/>
                  <a:pt x="879" y="10245"/>
                  <a:pt x="0" y="11124"/>
                </a:cubicBezTo>
                <a:lnTo>
                  <a:pt x="0" y="11124"/>
                </a:lnTo>
                <a:lnTo>
                  <a:pt x="0" y="1464"/>
                </a:lnTo>
                <a:lnTo>
                  <a:pt x="0" y="1464"/>
                </a:lnTo>
                <a:cubicBezTo>
                  <a:pt x="879" y="586"/>
                  <a:pt x="2440" y="0"/>
                  <a:pt x="4245" y="0"/>
                </a:cubicBezTo>
                <a:cubicBezTo>
                  <a:pt x="6635" y="0"/>
                  <a:pt x="8587" y="1025"/>
                  <a:pt x="9026" y="234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6921733" y="4481693"/>
            <a:ext cx="52911" cy="94627"/>
          </a:xfrm>
          <a:custGeom>
            <a:rect b="b" l="l" r="r" t="t"/>
            <a:pathLst>
              <a:path extrusionOk="0" h="3806" w="2148">
                <a:moveTo>
                  <a:pt x="2147" y="0"/>
                </a:moveTo>
                <a:lnTo>
                  <a:pt x="2147" y="2440"/>
                </a:lnTo>
                <a:cubicBezTo>
                  <a:pt x="1806" y="2830"/>
                  <a:pt x="1562" y="3269"/>
                  <a:pt x="1562" y="3806"/>
                </a:cubicBezTo>
                <a:lnTo>
                  <a:pt x="245" y="3562"/>
                </a:lnTo>
                <a:lnTo>
                  <a:pt x="1" y="1903"/>
                </a:lnTo>
                <a:lnTo>
                  <a:pt x="537" y="4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6773909" y="4516873"/>
            <a:ext cx="305271" cy="245045"/>
          </a:xfrm>
          <a:custGeom>
            <a:rect b="b" l="l" r="r" t="t"/>
            <a:pathLst>
              <a:path extrusionOk="0" h="9856" w="12393">
                <a:moveTo>
                  <a:pt x="12393" y="7172"/>
                </a:moveTo>
                <a:lnTo>
                  <a:pt x="11710" y="9855"/>
                </a:lnTo>
                <a:lnTo>
                  <a:pt x="11710" y="9855"/>
                </a:lnTo>
                <a:cubicBezTo>
                  <a:pt x="5172" y="9612"/>
                  <a:pt x="1" y="6392"/>
                  <a:pt x="1" y="2440"/>
                </a:cubicBezTo>
                <a:lnTo>
                  <a:pt x="1" y="0"/>
                </a:lnTo>
                <a:cubicBezTo>
                  <a:pt x="1" y="439"/>
                  <a:pt x="98" y="830"/>
                  <a:pt x="196" y="1220"/>
                </a:cubicBezTo>
                <a:cubicBezTo>
                  <a:pt x="1074" y="4391"/>
                  <a:pt x="5319" y="6879"/>
                  <a:pt x="10636" y="7318"/>
                </a:cubicBezTo>
                <a:lnTo>
                  <a:pt x="10636" y="6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5"/>
          <p:cNvSpPr/>
          <p:nvPr/>
        </p:nvSpPr>
        <p:spPr>
          <a:xfrm>
            <a:off x="7196961" y="4427120"/>
            <a:ext cx="20445" cy="44902"/>
          </a:xfrm>
          <a:custGeom>
            <a:rect b="b" l="l" r="r" t="t"/>
            <a:pathLst>
              <a:path extrusionOk="0" h="1806" w="830">
                <a:moveTo>
                  <a:pt x="0" y="0"/>
                </a:moveTo>
                <a:lnTo>
                  <a:pt x="0" y="1805"/>
                </a:lnTo>
                <a:lnTo>
                  <a:pt x="829" y="829"/>
                </a:lnTo>
                <a:lnTo>
                  <a:pt x="732" y="293"/>
                </a:lnTo>
                <a:close/>
              </a:path>
            </a:pathLst>
          </a:custGeom>
          <a:solidFill>
            <a:srgbClr val="9E9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6773909" y="4399200"/>
            <a:ext cx="282436" cy="300861"/>
          </a:xfrm>
          <a:custGeom>
            <a:rect b="b" l="l" r="r" t="t"/>
            <a:pathLst>
              <a:path extrusionOk="0" h="12101" w="11466">
                <a:moveTo>
                  <a:pt x="11222" y="7514"/>
                </a:moveTo>
                <a:lnTo>
                  <a:pt x="10832" y="7465"/>
                </a:lnTo>
                <a:cubicBezTo>
                  <a:pt x="10685" y="7465"/>
                  <a:pt x="10588" y="7465"/>
                  <a:pt x="10441" y="7417"/>
                </a:cubicBezTo>
                <a:cubicBezTo>
                  <a:pt x="8734" y="6978"/>
                  <a:pt x="7514" y="5953"/>
                  <a:pt x="7514" y="4782"/>
                </a:cubicBezTo>
                <a:cubicBezTo>
                  <a:pt x="7563" y="4245"/>
                  <a:pt x="7758" y="3709"/>
                  <a:pt x="8148" y="3367"/>
                </a:cubicBezTo>
                <a:lnTo>
                  <a:pt x="2928" y="1"/>
                </a:lnTo>
                <a:cubicBezTo>
                  <a:pt x="1074" y="1269"/>
                  <a:pt x="1" y="2928"/>
                  <a:pt x="1" y="4782"/>
                </a:cubicBezTo>
                <a:cubicBezTo>
                  <a:pt x="1" y="8490"/>
                  <a:pt x="4636" y="11564"/>
                  <a:pt x="10636" y="12100"/>
                </a:cubicBezTo>
                <a:lnTo>
                  <a:pt x="10636" y="9222"/>
                </a:lnTo>
                <a:cubicBezTo>
                  <a:pt x="10636" y="9173"/>
                  <a:pt x="10685" y="9124"/>
                  <a:pt x="10734" y="9124"/>
                </a:cubicBezTo>
                <a:cubicBezTo>
                  <a:pt x="10734" y="9124"/>
                  <a:pt x="11466" y="7563"/>
                  <a:pt x="11222" y="75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7034702" y="4440447"/>
            <a:ext cx="349732" cy="321472"/>
          </a:xfrm>
          <a:custGeom>
            <a:rect b="b" l="l" r="r" t="t"/>
            <a:pathLst>
              <a:path extrusionOk="0" h="12930" w="14198">
                <a:moveTo>
                  <a:pt x="14198" y="1"/>
                </a:moveTo>
                <a:lnTo>
                  <a:pt x="11173" y="2879"/>
                </a:lnTo>
                <a:lnTo>
                  <a:pt x="12003" y="4196"/>
                </a:lnTo>
                <a:cubicBezTo>
                  <a:pt x="10246" y="5611"/>
                  <a:pt x="8197" y="6538"/>
                  <a:pt x="6050" y="6929"/>
                </a:cubicBezTo>
                <a:cubicBezTo>
                  <a:pt x="4636" y="7221"/>
                  <a:pt x="3172" y="7416"/>
                  <a:pt x="1757" y="7368"/>
                </a:cubicBezTo>
                <a:cubicBezTo>
                  <a:pt x="1172" y="7368"/>
                  <a:pt x="586" y="7368"/>
                  <a:pt x="1" y="7319"/>
                </a:cubicBezTo>
                <a:lnTo>
                  <a:pt x="1" y="12832"/>
                </a:lnTo>
                <a:cubicBezTo>
                  <a:pt x="635" y="12881"/>
                  <a:pt x="1172" y="12929"/>
                  <a:pt x="1757" y="12929"/>
                </a:cubicBezTo>
                <a:cubicBezTo>
                  <a:pt x="8587" y="12929"/>
                  <a:pt x="14149" y="9612"/>
                  <a:pt x="14149" y="5514"/>
                </a:cubicBezTo>
                <a:lnTo>
                  <a:pt x="14149" y="5367"/>
                </a:lnTo>
                <a:lnTo>
                  <a:pt x="14149" y="53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7035909" y="4388286"/>
            <a:ext cx="348525" cy="236567"/>
          </a:xfrm>
          <a:custGeom>
            <a:rect b="b" l="l" r="r" t="t"/>
            <a:pathLst>
              <a:path extrusionOk="0" h="9515" w="14149">
                <a:moveTo>
                  <a:pt x="14149" y="2099"/>
                </a:moveTo>
                <a:cubicBezTo>
                  <a:pt x="14149" y="6197"/>
                  <a:pt x="8587" y="9514"/>
                  <a:pt x="1757" y="9514"/>
                </a:cubicBezTo>
                <a:cubicBezTo>
                  <a:pt x="1171" y="9514"/>
                  <a:pt x="586" y="9514"/>
                  <a:pt x="0" y="9417"/>
                </a:cubicBezTo>
                <a:lnTo>
                  <a:pt x="488" y="4880"/>
                </a:lnTo>
                <a:cubicBezTo>
                  <a:pt x="927" y="4977"/>
                  <a:pt x="1318" y="5026"/>
                  <a:pt x="1757" y="5026"/>
                </a:cubicBezTo>
                <a:cubicBezTo>
                  <a:pt x="4440" y="5026"/>
                  <a:pt x="6636" y="3709"/>
                  <a:pt x="6636" y="2099"/>
                </a:cubicBezTo>
                <a:cubicBezTo>
                  <a:pt x="6636" y="1904"/>
                  <a:pt x="6587" y="1757"/>
                  <a:pt x="6538" y="1562"/>
                </a:cubicBezTo>
                <a:lnTo>
                  <a:pt x="13661" y="1"/>
                </a:lnTo>
                <a:cubicBezTo>
                  <a:pt x="14003" y="684"/>
                  <a:pt x="14149" y="1367"/>
                  <a:pt x="14149" y="209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5"/>
          <p:cNvSpPr/>
          <p:nvPr/>
        </p:nvSpPr>
        <p:spPr>
          <a:xfrm flipH="1" rot="10800000">
            <a:off x="4433134" y="4782192"/>
            <a:ext cx="914402" cy="923533"/>
          </a:xfrm>
          <a:custGeom>
            <a:rect b="b" l="l" r="r" t="t"/>
            <a:pathLst>
              <a:path extrusionOk="0" h="31386" w="31385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6"/>
          <p:cNvSpPr txBox="1"/>
          <p:nvPr>
            <p:ph type="title"/>
          </p:nvPr>
        </p:nvSpPr>
        <p:spPr>
          <a:xfrm>
            <a:off x="407200" y="1526675"/>
            <a:ext cx="3524700" cy="19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MARKETING ANALYTICS?</a:t>
            </a:r>
            <a:endParaRPr/>
          </a:p>
        </p:txBody>
      </p:sp>
      <p:sp>
        <p:nvSpPr>
          <p:cNvPr id="526" name="Google Shape;526;p26"/>
          <p:cNvSpPr txBox="1"/>
          <p:nvPr>
            <p:ph idx="1" type="subTitle"/>
          </p:nvPr>
        </p:nvSpPr>
        <p:spPr>
          <a:xfrm>
            <a:off x="3846175" y="299500"/>
            <a:ext cx="4498800" cy="457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Generate data through blog      posts,,campaigns</a:t>
            </a:r>
            <a:r>
              <a:rPr lang="en"/>
              <a:t> 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Analyzing data generated  to gain valuable insights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Processes  that enable marketers to evaluate the success of their marketing initiatives</a:t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6"/>
          <p:cNvSpPr/>
          <p:nvPr/>
        </p:nvSpPr>
        <p:spPr>
          <a:xfrm>
            <a:off x="3479902" y="469856"/>
            <a:ext cx="21" cy="21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close/>
              </a:path>
            </a:pathLst>
          </a:custGeom>
          <a:solidFill>
            <a:srgbClr val="AF7A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"/>
          <p:cNvSpPr/>
          <p:nvPr/>
        </p:nvSpPr>
        <p:spPr>
          <a:xfrm>
            <a:off x="3017275" y="568700"/>
            <a:ext cx="723900" cy="723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9" name="Google Shape;529;p26"/>
          <p:cNvGrpSpPr/>
          <p:nvPr/>
        </p:nvGrpSpPr>
        <p:grpSpPr>
          <a:xfrm>
            <a:off x="3197331" y="752884"/>
            <a:ext cx="363781" cy="355530"/>
            <a:chOff x="5728068" y="324551"/>
            <a:chExt cx="294942" cy="288276"/>
          </a:xfrm>
        </p:grpSpPr>
        <p:sp>
          <p:nvSpPr>
            <p:cNvPr id="530" name="Google Shape;530;p26"/>
            <p:cNvSpPr/>
            <p:nvPr/>
          </p:nvSpPr>
          <p:spPr>
            <a:xfrm>
              <a:off x="5787894" y="379891"/>
              <a:ext cx="181130" cy="184770"/>
            </a:xfrm>
            <a:custGeom>
              <a:rect b="b" l="l" r="r" t="t"/>
              <a:pathLst>
                <a:path extrusionOk="0" h="8731" w="8559">
                  <a:moveTo>
                    <a:pt x="2769" y="1528"/>
                  </a:moveTo>
                  <a:cubicBezTo>
                    <a:pt x="3045" y="1528"/>
                    <a:pt x="3237" y="1933"/>
                    <a:pt x="2945" y="2096"/>
                  </a:cubicBezTo>
                  <a:lnTo>
                    <a:pt x="2945" y="2135"/>
                  </a:lnTo>
                  <a:cubicBezTo>
                    <a:pt x="2277" y="2567"/>
                    <a:pt x="1885" y="3352"/>
                    <a:pt x="1924" y="4137"/>
                  </a:cubicBezTo>
                  <a:cubicBezTo>
                    <a:pt x="1924" y="4294"/>
                    <a:pt x="1806" y="4451"/>
                    <a:pt x="1610" y="4451"/>
                  </a:cubicBezTo>
                  <a:cubicBezTo>
                    <a:pt x="1453" y="4451"/>
                    <a:pt x="1335" y="4333"/>
                    <a:pt x="1296" y="4176"/>
                  </a:cubicBezTo>
                  <a:cubicBezTo>
                    <a:pt x="1257" y="3156"/>
                    <a:pt x="1767" y="2174"/>
                    <a:pt x="2591" y="1585"/>
                  </a:cubicBezTo>
                  <a:cubicBezTo>
                    <a:pt x="2652" y="1545"/>
                    <a:pt x="2712" y="1528"/>
                    <a:pt x="2769" y="1528"/>
                  </a:cubicBezTo>
                  <a:close/>
                  <a:moveTo>
                    <a:pt x="4136" y="1"/>
                  </a:moveTo>
                  <a:cubicBezTo>
                    <a:pt x="2258" y="1"/>
                    <a:pt x="460" y="1338"/>
                    <a:pt x="197" y="3470"/>
                  </a:cubicBezTo>
                  <a:cubicBezTo>
                    <a:pt x="0" y="4726"/>
                    <a:pt x="472" y="6021"/>
                    <a:pt x="1414" y="6885"/>
                  </a:cubicBezTo>
                  <a:cubicBezTo>
                    <a:pt x="1885" y="7238"/>
                    <a:pt x="2120" y="7749"/>
                    <a:pt x="2160" y="8298"/>
                  </a:cubicBezTo>
                  <a:lnTo>
                    <a:pt x="2160" y="8416"/>
                  </a:lnTo>
                  <a:cubicBezTo>
                    <a:pt x="2160" y="8612"/>
                    <a:pt x="2277" y="8730"/>
                    <a:pt x="2434" y="8730"/>
                  </a:cubicBezTo>
                  <a:lnTo>
                    <a:pt x="5810" y="8730"/>
                  </a:lnTo>
                  <a:cubicBezTo>
                    <a:pt x="5967" y="8730"/>
                    <a:pt x="6124" y="8612"/>
                    <a:pt x="6124" y="8416"/>
                  </a:cubicBezTo>
                  <a:lnTo>
                    <a:pt x="6124" y="8298"/>
                  </a:lnTo>
                  <a:cubicBezTo>
                    <a:pt x="6124" y="7749"/>
                    <a:pt x="6399" y="7238"/>
                    <a:pt x="6831" y="6924"/>
                  </a:cubicBezTo>
                  <a:cubicBezTo>
                    <a:pt x="8558" y="5315"/>
                    <a:pt x="8519" y="2567"/>
                    <a:pt x="6792" y="1036"/>
                  </a:cubicBezTo>
                  <a:cubicBezTo>
                    <a:pt x="6002" y="324"/>
                    <a:pt x="5059" y="1"/>
                    <a:pt x="4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5828590" y="575432"/>
              <a:ext cx="91422" cy="13311"/>
            </a:xfrm>
            <a:custGeom>
              <a:rect b="b" l="l" r="r" t="t"/>
              <a:pathLst>
                <a:path extrusionOk="0" h="629" w="4320">
                  <a:moveTo>
                    <a:pt x="433" y="0"/>
                  </a:moveTo>
                  <a:cubicBezTo>
                    <a:pt x="1" y="0"/>
                    <a:pt x="1" y="628"/>
                    <a:pt x="433" y="628"/>
                  </a:cubicBezTo>
                  <a:lnTo>
                    <a:pt x="3887" y="628"/>
                  </a:lnTo>
                  <a:cubicBezTo>
                    <a:pt x="4319" y="628"/>
                    <a:pt x="4319" y="0"/>
                    <a:pt x="38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5857667" y="587050"/>
              <a:ext cx="39066" cy="25776"/>
            </a:xfrm>
            <a:custGeom>
              <a:rect b="b" l="l" r="r" t="t"/>
              <a:pathLst>
                <a:path extrusionOk="0" h="1218" w="1846">
                  <a:moveTo>
                    <a:pt x="1" y="1"/>
                  </a:moveTo>
                  <a:lnTo>
                    <a:pt x="1" y="276"/>
                  </a:lnTo>
                  <a:cubicBezTo>
                    <a:pt x="1" y="786"/>
                    <a:pt x="433" y="1218"/>
                    <a:pt x="943" y="1218"/>
                  </a:cubicBezTo>
                  <a:cubicBezTo>
                    <a:pt x="1453" y="1218"/>
                    <a:pt x="1846" y="786"/>
                    <a:pt x="1846" y="276"/>
                  </a:cubicBezTo>
                  <a:lnTo>
                    <a:pt x="18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5866809" y="324551"/>
              <a:ext cx="16634" cy="39066"/>
            </a:xfrm>
            <a:custGeom>
              <a:rect b="b" l="l" r="r" t="t"/>
              <a:pathLst>
                <a:path extrusionOk="0" h="1846" w="786">
                  <a:moveTo>
                    <a:pt x="393" y="0"/>
                  </a:moveTo>
                  <a:cubicBezTo>
                    <a:pt x="197" y="0"/>
                    <a:pt x="1" y="196"/>
                    <a:pt x="1" y="432"/>
                  </a:cubicBezTo>
                  <a:lnTo>
                    <a:pt x="1" y="1452"/>
                  </a:lnTo>
                  <a:cubicBezTo>
                    <a:pt x="1" y="1649"/>
                    <a:pt x="197" y="1845"/>
                    <a:pt x="393" y="1845"/>
                  </a:cubicBezTo>
                  <a:cubicBezTo>
                    <a:pt x="629" y="1845"/>
                    <a:pt x="786" y="1649"/>
                    <a:pt x="786" y="1452"/>
                  </a:cubicBezTo>
                  <a:lnTo>
                    <a:pt x="786" y="393"/>
                  </a:lnTo>
                  <a:cubicBezTo>
                    <a:pt x="786" y="196"/>
                    <a:pt x="590" y="39"/>
                    <a:pt x="3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5797036" y="343682"/>
              <a:ext cx="29098" cy="35257"/>
            </a:xfrm>
            <a:custGeom>
              <a:rect b="b" l="l" r="r" t="t"/>
              <a:pathLst>
                <a:path extrusionOk="0" h="1666" w="1375">
                  <a:moveTo>
                    <a:pt x="420" y="0"/>
                  </a:moveTo>
                  <a:cubicBezTo>
                    <a:pt x="360" y="0"/>
                    <a:pt x="298" y="13"/>
                    <a:pt x="236" y="38"/>
                  </a:cubicBezTo>
                  <a:cubicBezTo>
                    <a:pt x="40" y="156"/>
                    <a:pt x="0" y="391"/>
                    <a:pt x="79" y="588"/>
                  </a:cubicBezTo>
                  <a:lnTo>
                    <a:pt x="589" y="1491"/>
                  </a:lnTo>
                  <a:cubicBezTo>
                    <a:pt x="668" y="1595"/>
                    <a:pt x="798" y="1665"/>
                    <a:pt x="935" y="1665"/>
                  </a:cubicBezTo>
                  <a:cubicBezTo>
                    <a:pt x="1003" y="1665"/>
                    <a:pt x="1073" y="1648"/>
                    <a:pt x="1139" y="1608"/>
                  </a:cubicBezTo>
                  <a:cubicBezTo>
                    <a:pt x="1296" y="1491"/>
                    <a:pt x="1374" y="1255"/>
                    <a:pt x="1256" y="1059"/>
                  </a:cubicBezTo>
                  <a:lnTo>
                    <a:pt x="746" y="195"/>
                  </a:lnTo>
                  <a:cubicBezTo>
                    <a:pt x="666" y="61"/>
                    <a:pt x="548" y="0"/>
                    <a:pt x="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5745527" y="395360"/>
              <a:ext cx="38241" cy="26771"/>
            </a:xfrm>
            <a:custGeom>
              <a:rect b="b" l="l" r="r" t="t"/>
              <a:pathLst>
                <a:path extrusionOk="0" h="1265" w="1807">
                  <a:moveTo>
                    <a:pt x="427" y="1"/>
                  </a:moveTo>
                  <a:cubicBezTo>
                    <a:pt x="304" y="1"/>
                    <a:pt x="189" y="53"/>
                    <a:pt x="118" y="148"/>
                  </a:cubicBezTo>
                  <a:cubicBezTo>
                    <a:pt x="0" y="344"/>
                    <a:pt x="79" y="580"/>
                    <a:pt x="236" y="697"/>
                  </a:cubicBezTo>
                  <a:lnTo>
                    <a:pt x="1139" y="1208"/>
                  </a:lnTo>
                  <a:cubicBezTo>
                    <a:pt x="1204" y="1247"/>
                    <a:pt x="1274" y="1264"/>
                    <a:pt x="1342" y="1264"/>
                  </a:cubicBezTo>
                  <a:cubicBezTo>
                    <a:pt x="1479" y="1264"/>
                    <a:pt x="1610" y="1195"/>
                    <a:pt x="1688" y="1090"/>
                  </a:cubicBezTo>
                  <a:cubicBezTo>
                    <a:pt x="1806" y="894"/>
                    <a:pt x="1728" y="658"/>
                    <a:pt x="1531" y="540"/>
                  </a:cubicBezTo>
                  <a:lnTo>
                    <a:pt x="668" y="69"/>
                  </a:lnTo>
                  <a:cubicBezTo>
                    <a:pt x="590" y="23"/>
                    <a:pt x="507" y="1"/>
                    <a:pt x="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5728068" y="464117"/>
              <a:ext cx="39087" cy="16634"/>
            </a:xfrm>
            <a:custGeom>
              <a:rect b="b" l="l" r="r" t="t"/>
              <a:pathLst>
                <a:path extrusionOk="0" h="786" w="1847">
                  <a:moveTo>
                    <a:pt x="433" y="0"/>
                  </a:moveTo>
                  <a:cubicBezTo>
                    <a:pt x="197" y="0"/>
                    <a:pt x="1" y="157"/>
                    <a:pt x="1" y="393"/>
                  </a:cubicBezTo>
                  <a:cubicBezTo>
                    <a:pt x="1" y="589"/>
                    <a:pt x="197" y="785"/>
                    <a:pt x="433" y="785"/>
                  </a:cubicBezTo>
                  <a:lnTo>
                    <a:pt x="1453" y="785"/>
                  </a:lnTo>
                  <a:cubicBezTo>
                    <a:pt x="1650" y="785"/>
                    <a:pt x="1846" y="589"/>
                    <a:pt x="1846" y="393"/>
                  </a:cubicBezTo>
                  <a:cubicBezTo>
                    <a:pt x="1846" y="157"/>
                    <a:pt x="1650" y="0"/>
                    <a:pt x="14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5746352" y="522759"/>
              <a:ext cx="37415" cy="27300"/>
            </a:xfrm>
            <a:custGeom>
              <a:rect b="b" l="l" r="r" t="t"/>
              <a:pathLst>
                <a:path extrusionOk="0" h="1290" w="1768">
                  <a:moveTo>
                    <a:pt x="1335" y="0"/>
                  </a:moveTo>
                  <a:cubicBezTo>
                    <a:pt x="1269" y="0"/>
                    <a:pt x="1202" y="18"/>
                    <a:pt x="1139" y="56"/>
                  </a:cubicBezTo>
                  <a:lnTo>
                    <a:pt x="236" y="566"/>
                  </a:lnTo>
                  <a:cubicBezTo>
                    <a:pt x="40" y="644"/>
                    <a:pt x="1" y="919"/>
                    <a:pt x="118" y="1115"/>
                  </a:cubicBezTo>
                  <a:cubicBezTo>
                    <a:pt x="171" y="1220"/>
                    <a:pt x="293" y="1290"/>
                    <a:pt x="427" y="1290"/>
                  </a:cubicBezTo>
                  <a:cubicBezTo>
                    <a:pt x="494" y="1290"/>
                    <a:pt x="563" y="1272"/>
                    <a:pt x="629" y="1233"/>
                  </a:cubicBezTo>
                  <a:lnTo>
                    <a:pt x="1532" y="762"/>
                  </a:lnTo>
                  <a:cubicBezTo>
                    <a:pt x="1728" y="644"/>
                    <a:pt x="1767" y="409"/>
                    <a:pt x="1689" y="213"/>
                  </a:cubicBezTo>
                  <a:cubicBezTo>
                    <a:pt x="1609" y="79"/>
                    <a:pt x="1474" y="0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5968177" y="521087"/>
              <a:ext cx="37394" cy="27744"/>
            </a:xfrm>
            <a:custGeom>
              <a:rect b="b" l="l" r="r" t="t"/>
              <a:pathLst>
                <a:path extrusionOk="0" h="1311" w="1767">
                  <a:moveTo>
                    <a:pt x="432" y="1"/>
                  </a:moveTo>
                  <a:cubicBezTo>
                    <a:pt x="293" y="1"/>
                    <a:pt x="159" y="80"/>
                    <a:pt x="79" y="213"/>
                  </a:cubicBezTo>
                  <a:cubicBezTo>
                    <a:pt x="0" y="409"/>
                    <a:pt x="39" y="645"/>
                    <a:pt x="236" y="723"/>
                  </a:cubicBezTo>
                  <a:lnTo>
                    <a:pt x="1138" y="1273"/>
                  </a:lnTo>
                  <a:cubicBezTo>
                    <a:pt x="1188" y="1298"/>
                    <a:pt x="1250" y="1311"/>
                    <a:pt x="1314" y="1311"/>
                  </a:cubicBezTo>
                  <a:cubicBezTo>
                    <a:pt x="1454" y="1311"/>
                    <a:pt x="1608" y="1250"/>
                    <a:pt x="1688" y="1116"/>
                  </a:cubicBezTo>
                  <a:cubicBezTo>
                    <a:pt x="1767" y="959"/>
                    <a:pt x="1727" y="684"/>
                    <a:pt x="1531" y="606"/>
                  </a:cubicBezTo>
                  <a:lnTo>
                    <a:pt x="628" y="56"/>
                  </a:lnTo>
                  <a:cubicBezTo>
                    <a:pt x="565" y="18"/>
                    <a:pt x="498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5984790" y="463271"/>
              <a:ext cx="38219" cy="16634"/>
            </a:xfrm>
            <a:custGeom>
              <a:rect b="b" l="l" r="r" t="t"/>
              <a:pathLst>
                <a:path extrusionOk="0" h="786" w="1806">
                  <a:moveTo>
                    <a:pt x="393" y="1"/>
                  </a:moveTo>
                  <a:cubicBezTo>
                    <a:pt x="157" y="1"/>
                    <a:pt x="0" y="158"/>
                    <a:pt x="0" y="393"/>
                  </a:cubicBezTo>
                  <a:cubicBezTo>
                    <a:pt x="0" y="590"/>
                    <a:pt x="157" y="786"/>
                    <a:pt x="393" y="786"/>
                  </a:cubicBezTo>
                  <a:lnTo>
                    <a:pt x="1413" y="786"/>
                  </a:lnTo>
                  <a:cubicBezTo>
                    <a:pt x="1610" y="786"/>
                    <a:pt x="1806" y="590"/>
                    <a:pt x="1806" y="393"/>
                  </a:cubicBezTo>
                  <a:cubicBezTo>
                    <a:pt x="1806" y="158"/>
                    <a:pt x="1610" y="1"/>
                    <a:pt x="1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5967331" y="393519"/>
              <a:ext cx="38241" cy="26940"/>
            </a:xfrm>
            <a:custGeom>
              <a:rect b="b" l="l" r="r" t="t"/>
              <a:pathLst>
                <a:path extrusionOk="0" h="1273" w="1807">
                  <a:moveTo>
                    <a:pt x="1332" y="1"/>
                  </a:moveTo>
                  <a:cubicBezTo>
                    <a:pt x="1267" y="1"/>
                    <a:pt x="1201" y="14"/>
                    <a:pt x="1139" y="39"/>
                  </a:cubicBezTo>
                  <a:lnTo>
                    <a:pt x="276" y="549"/>
                  </a:lnTo>
                  <a:cubicBezTo>
                    <a:pt x="79" y="667"/>
                    <a:pt x="1" y="902"/>
                    <a:pt x="119" y="1098"/>
                  </a:cubicBezTo>
                  <a:cubicBezTo>
                    <a:pt x="197" y="1203"/>
                    <a:pt x="328" y="1273"/>
                    <a:pt x="465" y="1273"/>
                  </a:cubicBezTo>
                  <a:cubicBezTo>
                    <a:pt x="533" y="1273"/>
                    <a:pt x="603" y="1255"/>
                    <a:pt x="668" y="1216"/>
                  </a:cubicBezTo>
                  <a:lnTo>
                    <a:pt x="1532" y="745"/>
                  </a:lnTo>
                  <a:cubicBezTo>
                    <a:pt x="1728" y="627"/>
                    <a:pt x="1807" y="392"/>
                    <a:pt x="1689" y="196"/>
                  </a:cubicBezTo>
                  <a:cubicBezTo>
                    <a:pt x="1608" y="61"/>
                    <a:pt x="1473" y="1"/>
                    <a:pt x="13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5924964" y="342835"/>
              <a:ext cx="29098" cy="35468"/>
            </a:xfrm>
            <a:custGeom>
              <a:rect b="b" l="l" r="r" t="t"/>
              <a:pathLst>
                <a:path extrusionOk="0" h="1676" w="1375">
                  <a:moveTo>
                    <a:pt x="946" y="1"/>
                  </a:moveTo>
                  <a:cubicBezTo>
                    <a:pt x="806" y="1"/>
                    <a:pt x="670" y="62"/>
                    <a:pt x="590" y="196"/>
                  </a:cubicBezTo>
                  <a:lnTo>
                    <a:pt x="118" y="1099"/>
                  </a:lnTo>
                  <a:cubicBezTo>
                    <a:pt x="1" y="1295"/>
                    <a:pt x="40" y="1531"/>
                    <a:pt x="236" y="1609"/>
                  </a:cubicBezTo>
                  <a:cubicBezTo>
                    <a:pt x="310" y="1653"/>
                    <a:pt x="389" y="1675"/>
                    <a:pt x="465" y="1675"/>
                  </a:cubicBezTo>
                  <a:cubicBezTo>
                    <a:pt x="593" y="1675"/>
                    <a:pt x="712" y="1614"/>
                    <a:pt x="786" y="1491"/>
                  </a:cubicBezTo>
                  <a:lnTo>
                    <a:pt x="1296" y="588"/>
                  </a:lnTo>
                  <a:cubicBezTo>
                    <a:pt x="1375" y="392"/>
                    <a:pt x="1335" y="157"/>
                    <a:pt x="1139" y="39"/>
                  </a:cubicBezTo>
                  <a:cubicBezTo>
                    <a:pt x="1077" y="14"/>
                    <a:pt x="1011" y="1"/>
                    <a:pt x="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" name="Google Shape;542;p26"/>
          <p:cNvGrpSpPr/>
          <p:nvPr/>
        </p:nvGrpSpPr>
        <p:grpSpPr>
          <a:xfrm>
            <a:off x="4209089" y="2331176"/>
            <a:ext cx="485193" cy="296592"/>
            <a:chOff x="6985014" y="1063926"/>
            <a:chExt cx="485193" cy="296592"/>
          </a:xfrm>
        </p:grpSpPr>
        <p:sp>
          <p:nvSpPr>
            <p:cNvPr id="543" name="Google Shape;543;p26"/>
            <p:cNvSpPr/>
            <p:nvPr/>
          </p:nvSpPr>
          <p:spPr>
            <a:xfrm>
              <a:off x="6985014" y="1063926"/>
              <a:ext cx="296614" cy="296592"/>
            </a:xfrm>
            <a:custGeom>
              <a:rect b="b" l="l" r="r" t="t"/>
              <a:pathLst>
                <a:path extrusionOk="0" h="14015" w="14016">
                  <a:moveTo>
                    <a:pt x="6898" y="3812"/>
                  </a:moveTo>
                  <a:cubicBezTo>
                    <a:pt x="8528" y="3812"/>
                    <a:pt x="10090" y="5077"/>
                    <a:pt x="10090" y="6988"/>
                  </a:cubicBezTo>
                  <a:cubicBezTo>
                    <a:pt x="10090" y="8715"/>
                    <a:pt x="8637" y="10128"/>
                    <a:pt x="6910" y="10167"/>
                  </a:cubicBezTo>
                  <a:cubicBezTo>
                    <a:pt x="4083" y="10128"/>
                    <a:pt x="2670" y="6752"/>
                    <a:pt x="4672" y="4750"/>
                  </a:cubicBezTo>
                  <a:cubicBezTo>
                    <a:pt x="5321" y="4102"/>
                    <a:pt x="6117" y="3812"/>
                    <a:pt x="6898" y="3812"/>
                  </a:cubicBezTo>
                  <a:close/>
                  <a:moveTo>
                    <a:pt x="6085" y="0"/>
                  </a:moveTo>
                  <a:lnTo>
                    <a:pt x="6085" y="1688"/>
                  </a:lnTo>
                  <a:cubicBezTo>
                    <a:pt x="5771" y="1727"/>
                    <a:pt x="5457" y="1806"/>
                    <a:pt x="5182" y="1924"/>
                  </a:cubicBezTo>
                  <a:lnTo>
                    <a:pt x="4358" y="471"/>
                  </a:lnTo>
                  <a:lnTo>
                    <a:pt x="2709" y="1413"/>
                  </a:lnTo>
                  <a:lnTo>
                    <a:pt x="3534" y="2827"/>
                  </a:lnTo>
                  <a:cubicBezTo>
                    <a:pt x="3259" y="3062"/>
                    <a:pt x="3063" y="3258"/>
                    <a:pt x="2827" y="3494"/>
                  </a:cubicBezTo>
                  <a:lnTo>
                    <a:pt x="1414" y="2709"/>
                  </a:lnTo>
                  <a:lnTo>
                    <a:pt x="472" y="4318"/>
                  </a:lnTo>
                  <a:lnTo>
                    <a:pt x="1885" y="5143"/>
                  </a:lnTo>
                  <a:cubicBezTo>
                    <a:pt x="1767" y="5457"/>
                    <a:pt x="1689" y="5771"/>
                    <a:pt x="1649" y="6085"/>
                  </a:cubicBezTo>
                  <a:lnTo>
                    <a:pt x="1" y="6085"/>
                  </a:lnTo>
                  <a:lnTo>
                    <a:pt x="1" y="7969"/>
                  </a:lnTo>
                  <a:lnTo>
                    <a:pt x="1649" y="7969"/>
                  </a:lnTo>
                  <a:cubicBezTo>
                    <a:pt x="1728" y="8283"/>
                    <a:pt x="1806" y="8597"/>
                    <a:pt x="1924" y="8872"/>
                  </a:cubicBezTo>
                  <a:lnTo>
                    <a:pt x="472" y="9696"/>
                  </a:lnTo>
                  <a:lnTo>
                    <a:pt x="1414" y="11345"/>
                  </a:lnTo>
                  <a:lnTo>
                    <a:pt x="2906" y="10521"/>
                  </a:lnTo>
                  <a:cubicBezTo>
                    <a:pt x="3102" y="10717"/>
                    <a:pt x="3298" y="10953"/>
                    <a:pt x="3534" y="11149"/>
                  </a:cubicBezTo>
                  <a:lnTo>
                    <a:pt x="2709" y="12601"/>
                  </a:lnTo>
                  <a:lnTo>
                    <a:pt x="4358" y="13583"/>
                  </a:lnTo>
                  <a:lnTo>
                    <a:pt x="5222" y="12052"/>
                  </a:lnTo>
                  <a:cubicBezTo>
                    <a:pt x="5497" y="12170"/>
                    <a:pt x="5771" y="12248"/>
                    <a:pt x="6085" y="12287"/>
                  </a:cubicBezTo>
                  <a:lnTo>
                    <a:pt x="6085" y="14015"/>
                  </a:lnTo>
                  <a:lnTo>
                    <a:pt x="7970" y="14015"/>
                  </a:lnTo>
                  <a:lnTo>
                    <a:pt x="7970" y="12248"/>
                  </a:lnTo>
                  <a:cubicBezTo>
                    <a:pt x="8284" y="12209"/>
                    <a:pt x="8559" y="12130"/>
                    <a:pt x="8833" y="12013"/>
                  </a:cubicBezTo>
                  <a:lnTo>
                    <a:pt x="9697" y="13583"/>
                  </a:lnTo>
                  <a:lnTo>
                    <a:pt x="11346" y="12601"/>
                  </a:lnTo>
                  <a:lnTo>
                    <a:pt x="10443" y="11031"/>
                  </a:lnTo>
                  <a:cubicBezTo>
                    <a:pt x="10678" y="10835"/>
                    <a:pt x="10875" y="10639"/>
                    <a:pt x="11032" y="10442"/>
                  </a:cubicBezTo>
                  <a:lnTo>
                    <a:pt x="12641" y="11345"/>
                  </a:lnTo>
                  <a:lnTo>
                    <a:pt x="13583" y="9696"/>
                  </a:lnTo>
                  <a:lnTo>
                    <a:pt x="11974" y="8793"/>
                  </a:lnTo>
                  <a:cubicBezTo>
                    <a:pt x="12092" y="8519"/>
                    <a:pt x="12170" y="8244"/>
                    <a:pt x="12209" y="7969"/>
                  </a:cubicBezTo>
                  <a:lnTo>
                    <a:pt x="14015" y="7969"/>
                  </a:lnTo>
                  <a:lnTo>
                    <a:pt x="14015" y="6085"/>
                  </a:lnTo>
                  <a:lnTo>
                    <a:pt x="12209" y="6085"/>
                  </a:lnTo>
                  <a:cubicBezTo>
                    <a:pt x="12170" y="5771"/>
                    <a:pt x="12092" y="5496"/>
                    <a:pt x="11974" y="5221"/>
                  </a:cubicBezTo>
                  <a:lnTo>
                    <a:pt x="13544" y="4318"/>
                  </a:lnTo>
                  <a:lnTo>
                    <a:pt x="12602" y="2709"/>
                  </a:lnTo>
                  <a:lnTo>
                    <a:pt x="11071" y="3572"/>
                  </a:lnTo>
                  <a:cubicBezTo>
                    <a:pt x="10875" y="3337"/>
                    <a:pt x="10678" y="3141"/>
                    <a:pt x="10443" y="2944"/>
                  </a:cubicBezTo>
                  <a:lnTo>
                    <a:pt x="11346" y="1413"/>
                  </a:lnTo>
                  <a:lnTo>
                    <a:pt x="9697" y="471"/>
                  </a:lnTo>
                  <a:lnTo>
                    <a:pt x="8833" y="1963"/>
                  </a:lnTo>
                  <a:cubicBezTo>
                    <a:pt x="8559" y="1884"/>
                    <a:pt x="8244" y="1767"/>
                    <a:pt x="7970" y="1727"/>
                  </a:cubicBezTo>
                  <a:lnTo>
                    <a:pt x="79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7097176" y="1177738"/>
              <a:ext cx="68969" cy="68143"/>
            </a:xfrm>
            <a:custGeom>
              <a:rect b="b" l="l" r="r" t="t"/>
              <a:pathLst>
                <a:path extrusionOk="0" h="3220" w="3259">
                  <a:moveTo>
                    <a:pt x="1649" y="0"/>
                  </a:moveTo>
                  <a:cubicBezTo>
                    <a:pt x="746" y="0"/>
                    <a:pt x="0" y="707"/>
                    <a:pt x="0" y="1610"/>
                  </a:cubicBezTo>
                  <a:cubicBezTo>
                    <a:pt x="0" y="2513"/>
                    <a:pt x="746" y="3219"/>
                    <a:pt x="1649" y="3219"/>
                  </a:cubicBezTo>
                  <a:cubicBezTo>
                    <a:pt x="2513" y="3219"/>
                    <a:pt x="3259" y="2513"/>
                    <a:pt x="3259" y="1610"/>
                  </a:cubicBezTo>
                  <a:cubicBezTo>
                    <a:pt x="3259" y="707"/>
                    <a:pt x="2513" y="0"/>
                    <a:pt x="16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7291574" y="1065577"/>
              <a:ext cx="178633" cy="179458"/>
            </a:xfrm>
            <a:custGeom>
              <a:rect b="b" l="l" r="r" t="t"/>
              <a:pathLst>
                <a:path extrusionOk="0" h="8480" w="8441">
                  <a:moveTo>
                    <a:pt x="4135" y="3301"/>
                  </a:moveTo>
                  <a:cubicBezTo>
                    <a:pt x="4610" y="3301"/>
                    <a:pt x="5064" y="3680"/>
                    <a:pt x="5064" y="4240"/>
                  </a:cubicBezTo>
                  <a:cubicBezTo>
                    <a:pt x="5064" y="4751"/>
                    <a:pt x="4672" y="5143"/>
                    <a:pt x="4161" y="5143"/>
                  </a:cubicBezTo>
                  <a:cubicBezTo>
                    <a:pt x="3337" y="5143"/>
                    <a:pt x="2905" y="4162"/>
                    <a:pt x="3494" y="3573"/>
                  </a:cubicBezTo>
                  <a:cubicBezTo>
                    <a:pt x="3682" y="3385"/>
                    <a:pt x="3911" y="3301"/>
                    <a:pt x="4135" y="3301"/>
                  </a:cubicBezTo>
                  <a:close/>
                  <a:moveTo>
                    <a:pt x="3651" y="1"/>
                  </a:moveTo>
                  <a:lnTo>
                    <a:pt x="3651" y="1021"/>
                  </a:lnTo>
                  <a:cubicBezTo>
                    <a:pt x="3455" y="1061"/>
                    <a:pt x="3258" y="1100"/>
                    <a:pt x="3101" y="1178"/>
                  </a:cubicBezTo>
                  <a:lnTo>
                    <a:pt x="2630" y="275"/>
                  </a:lnTo>
                  <a:lnTo>
                    <a:pt x="1649" y="864"/>
                  </a:lnTo>
                  <a:lnTo>
                    <a:pt x="2120" y="1728"/>
                  </a:lnTo>
                  <a:cubicBezTo>
                    <a:pt x="1963" y="1846"/>
                    <a:pt x="1845" y="1963"/>
                    <a:pt x="1727" y="2120"/>
                  </a:cubicBezTo>
                  <a:lnTo>
                    <a:pt x="864" y="1649"/>
                  </a:lnTo>
                  <a:lnTo>
                    <a:pt x="275" y="2631"/>
                  </a:lnTo>
                  <a:lnTo>
                    <a:pt x="1139" y="3102"/>
                  </a:lnTo>
                  <a:cubicBezTo>
                    <a:pt x="1060" y="3298"/>
                    <a:pt x="1021" y="3455"/>
                    <a:pt x="982" y="3651"/>
                  </a:cubicBezTo>
                  <a:lnTo>
                    <a:pt x="0" y="3651"/>
                  </a:lnTo>
                  <a:lnTo>
                    <a:pt x="0" y="4829"/>
                  </a:lnTo>
                  <a:lnTo>
                    <a:pt x="982" y="4829"/>
                  </a:lnTo>
                  <a:cubicBezTo>
                    <a:pt x="1021" y="4986"/>
                    <a:pt x="1060" y="5182"/>
                    <a:pt x="1139" y="5339"/>
                  </a:cubicBezTo>
                  <a:lnTo>
                    <a:pt x="275" y="5850"/>
                  </a:lnTo>
                  <a:lnTo>
                    <a:pt x="864" y="6831"/>
                  </a:lnTo>
                  <a:lnTo>
                    <a:pt x="1727" y="6321"/>
                  </a:lnTo>
                  <a:cubicBezTo>
                    <a:pt x="1845" y="6478"/>
                    <a:pt x="2002" y="6596"/>
                    <a:pt x="2120" y="6713"/>
                  </a:cubicBezTo>
                  <a:lnTo>
                    <a:pt x="1649" y="7616"/>
                  </a:lnTo>
                  <a:lnTo>
                    <a:pt x="2630" y="8205"/>
                  </a:lnTo>
                  <a:lnTo>
                    <a:pt x="3141" y="7263"/>
                  </a:lnTo>
                  <a:cubicBezTo>
                    <a:pt x="3298" y="7342"/>
                    <a:pt x="3494" y="7381"/>
                    <a:pt x="3651" y="7420"/>
                  </a:cubicBezTo>
                  <a:lnTo>
                    <a:pt x="3651" y="8480"/>
                  </a:lnTo>
                  <a:lnTo>
                    <a:pt x="4829" y="8480"/>
                  </a:lnTo>
                  <a:lnTo>
                    <a:pt x="4829" y="7381"/>
                  </a:lnTo>
                  <a:cubicBezTo>
                    <a:pt x="4986" y="7342"/>
                    <a:pt x="5143" y="7302"/>
                    <a:pt x="5300" y="7263"/>
                  </a:cubicBezTo>
                  <a:lnTo>
                    <a:pt x="5849" y="8205"/>
                  </a:lnTo>
                  <a:lnTo>
                    <a:pt x="6831" y="7616"/>
                  </a:lnTo>
                  <a:lnTo>
                    <a:pt x="6281" y="6635"/>
                  </a:lnTo>
                  <a:cubicBezTo>
                    <a:pt x="6399" y="6517"/>
                    <a:pt x="6517" y="6399"/>
                    <a:pt x="6635" y="6282"/>
                  </a:cubicBezTo>
                  <a:lnTo>
                    <a:pt x="7616" y="6831"/>
                  </a:lnTo>
                  <a:lnTo>
                    <a:pt x="8205" y="5850"/>
                  </a:lnTo>
                  <a:lnTo>
                    <a:pt x="7223" y="5300"/>
                  </a:lnTo>
                  <a:cubicBezTo>
                    <a:pt x="7263" y="5143"/>
                    <a:pt x="7302" y="4947"/>
                    <a:pt x="7341" y="4790"/>
                  </a:cubicBezTo>
                  <a:lnTo>
                    <a:pt x="8440" y="4829"/>
                  </a:lnTo>
                  <a:lnTo>
                    <a:pt x="8440" y="3691"/>
                  </a:lnTo>
                  <a:lnTo>
                    <a:pt x="7341" y="3691"/>
                  </a:lnTo>
                  <a:cubicBezTo>
                    <a:pt x="7302" y="3494"/>
                    <a:pt x="7263" y="3337"/>
                    <a:pt x="7223" y="3180"/>
                  </a:cubicBezTo>
                  <a:lnTo>
                    <a:pt x="8166" y="2631"/>
                  </a:lnTo>
                  <a:lnTo>
                    <a:pt x="7577" y="1649"/>
                  </a:lnTo>
                  <a:lnTo>
                    <a:pt x="6674" y="2199"/>
                  </a:lnTo>
                  <a:cubicBezTo>
                    <a:pt x="6556" y="2042"/>
                    <a:pt x="6438" y="1924"/>
                    <a:pt x="6281" y="1806"/>
                  </a:cubicBezTo>
                  <a:lnTo>
                    <a:pt x="6831" y="903"/>
                  </a:lnTo>
                  <a:lnTo>
                    <a:pt x="5849" y="315"/>
                  </a:lnTo>
                  <a:lnTo>
                    <a:pt x="5339" y="1218"/>
                  </a:lnTo>
                  <a:cubicBezTo>
                    <a:pt x="5143" y="1139"/>
                    <a:pt x="4986" y="1100"/>
                    <a:pt x="4789" y="1061"/>
                  </a:cubicBezTo>
                  <a:lnTo>
                    <a:pt x="47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26"/>
          <p:cNvSpPr/>
          <p:nvPr/>
        </p:nvSpPr>
        <p:spPr>
          <a:xfrm>
            <a:off x="4402925" y="1903875"/>
            <a:ext cx="723900" cy="723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26"/>
          <p:cNvGrpSpPr/>
          <p:nvPr/>
        </p:nvGrpSpPr>
        <p:grpSpPr>
          <a:xfrm>
            <a:off x="4531199" y="2083468"/>
            <a:ext cx="436159" cy="364715"/>
            <a:chOff x="8160549" y="1446904"/>
            <a:chExt cx="436159" cy="364715"/>
          </a:xfrm>
        </p:grpSpPr>
        <p:sp>
          <p:nvSpPr>
            <p:cNvPr id="548" name="Google Shape;548;p26"/>
            <p:cNvSpPr/>
            <p:nvPr/>
          </p:nvSpPr>
          <p:spPr>
            <a:xfrm>
              <a:off x="8192102" y="1628012"/>
              <a:ext cx="72312" cy="183606"/>
            </a:xfrm>
            <a:custGeom>
              <a:rect b="b" l="l" r="r" t="t"/>
              <a:pathLst>
                <a:path extrusionOk="0" h="8676" w="3417">
                  <a:moveTo>
                    <a:pt x="3416" y="0"/>
                  </a:moveTo>
                  <a:lnTo>
                    <a:pt x="79" y="3298"/>
                  </a:lnTo>
                  <a:lnTo>
                    <a:pt x="1" y="3219"/>
                  </a:lnTo>
                  <a:lnTo>
                    <a:pt x="1" y="8676"/>
                  </a:lnTo>
                  <a:lnTo>
                    <a:pt x="3416" y="8676"/>
                  </a:lnTo>
                  <a:lnTo>
                    <a:pt x="34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8295968" y="1642953"/>
              <a:ext cx="71466" cy="168665"/>
            </a:xfrm>
            <a:custGeom>
              <a:rect b="b" l="l" r="r" t="t"/>
              <a:pathLst>
                <a:path extrusionOk="0" h="7970" w="3377">
                  <a:moveTo>
                    <a:pt x="0" y="1"/>
                  </a:moveTo>
                  <a:lnTo>
                    <a:pt x="0" y="7970"/>
                  </a:lnTo>
                  <a:lnTo>
                    <a:pt x="3376" y="7970"/>
                  </a:lnTo>
                  <a:lnTo>
                    <a:pt x="3376" y="34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8398966" y="1644625"/>
              <a:ext cx="71466" cy="166993"/>
            </a:xfrm>
            <a:custGeom>
              <a:rect b="b" l="l" r="r" t="t"/>
              <a:pathLst>
                <a:path extrusionOk="0" h="7891" w="3377">
                  <a:moveTo>
                    <a:pt x="3377" y="0"/>
                  </a:moveTo>
                  <a:lnTo>
                    <a:pt x="1" y="3416"/>
                  </a:lnTo>
                  <a:lnTo>
                    <a:pt x="1" y="7891"/>
                  </a:lnTo>
                  <a:lnTo>
                    <a:pt x="3377" y="7891"/>
                  </a:lnTo>
                  <a:lnTo>
                    <a:pt x="33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8501985" y="1578154"/>
              <a:ext cx="71466" cy="233465"/>
            </a:xfrm>
            <a:custGeom>
              <a:rect b="b" l="l" r="r" t="t"/>
              <a:pathLst>
                <a:path extrusionOk="0" h="11032" w="3377">
                  <a:moveTo>
                    <a:pt x="1689" y="1"/>
                  </a:moveTo>
                  <a:lnTo>
                    <a:pt x="1" y="1689"/>
                  </a:lnTo>
                  <a:lnTo>
                    <a:pt x="1" y="11032"/>
                  </a:lnTo>
                  <a:lnTo>
                    <a:pt x="3377" y="11032"/>
                  </a:lnTo>
                  <a:lnTo>
                    <a:pt x="3377" y="1728"/>
                  </a:lnTo>
                  <a:lnTo>
                    <a:pt x="16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8160549" y="1446904"/>
              <a:ext cx="436159" cy="247580"/>
            </a:xfrm>
            <a:custGeom>
              <a:rect b="b" l="l" r="r" t="t"/>
              <a:pathLst>
                <a:path extrusionOk="0" h="11699" w="20610">
                  <a:moveTo>
                    <a:pt x="20610" y="0"/>
                  </a:moveTo>
                  <a:lnTo>
                    <a:pt x="14447" y="1099"/>
                  </a:lnTo>
                  <a:lnTo>
                    <a:pt x="16213" y="2866"/>
                  </a:lnTo>
                  <a:lnTo>
                    <a:pt x="10560" y="8519"/>
                  </a:lnTo>
                  <a:lnTo>
                    <a:pt x="5300" y="3259"/>
                  </a:lnTo>
                  <a:lnTo>
                    <a:pt x="0" y="8519"/>
                  </a:lnTo>
                  <a:lnTo>
                    <a:pt x="1570" y="10128"/>
                  </a:lnTo>
                  <a:lnTo>
                    <a:pt x="5300" y="6438"/>
                  </a:lnTo>
                  <a:lnTo>
                    <a:pt x="10560" y="11699"/>
                  </a:lnTo>
                  <a:lnTo>
                    <a:pt x="17823" y="4475"/>
                  </a:lnTo>
                  <a:lnTo>
                    <a:pt x="19511" y="6163"/>
                  </a:lnTo>
                  <a:lnTo>
                    <a:pt x="206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3" name="Google Shape;553;p26"/>
          <p:cNvSpPr/>
          <p:nvPr/>
        </p:nvSpPr>
        <p:spPr>
          <a:xfrm>
            <a:off x="3561125" y="3666350"/>
            <a:ext cx="723900" cy="7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26"/>
          <p:cNvGrpSpPr/>
          <p:nvPr/>
        </p:nvGrpSpPr>
        <p:grpSpPr>
          <a:xfrm>
            <a:off x="3668452" y="3880001"/>
            <a:ext cx="485193" cy="296592"/>
            <a:chOff x="6985014" y="1063926"/>
            <a:chExt cx="485193" cy="296592"/>
          </a:xfrm>
        </p:grpSpPr>
        <p:sp>
          <p:nvSpPr>
            <p:cNvPr id="555" name="Google Shape;555;p26"/>
            <p:cNvSpPr/>
            <p:nvPr/>
          </p:nvSpPr>
          <p:spPr>
            <a:xfrm>
              <a:off x="6985014" y="1063926"/>
              <a:ext cx="296614" cy="296592"/>
            </a:xfrm>
            <a:custGeom>
              <a:rect b="b" l="l" r="r" t="t"/>
              <a:pathLst>
                <a:path extrusionOk="0" h="14015" w="14016">
                  <a:moveTo>
                    <a:pt x="6898" y="3812"/>
                  </a:moveTo>
                  <a:cubicBezTo>
                    <a:pt x="8528" y="3812"/>
                    <a:pt x="10090" y="5077"/>
                    <a:pt x="10090" y="6988"/>
                  </a:cubicBezTo>
                  <a:cubicBezTo>
                    <a:pt x="10090" y="8715"/>
                    <a:pt x="8637" y="10128"/>
                    <a:pt x="6910" y="10167"/>
                  </a:cubicBezTo>
                  <a:cubicBezTo>
                    <a:pt x="4083" y="10128"/>
                    <a:pt x="2670" y="6752"/>
                    <a:pt x="4672" y="4750"/>
                  </a:cubicBezTo>
                  <a:cubicBezTo>
                    <a:pt x="5321" y="4102"/>
                    <a:pt x="6117" y="3812"/>
                    <a:pt x="6898" y="3812"/>
                  </a:cubicBezTo>
                  <a:close/>
                  <a:moveTo>
                    <a:pt x="6085" y="0"/>
                  </a:moveTo>
                  <a:lnTo>
                    <a:pt x="6085" y="1688"/>
                  </a:lnTo>
                  <a:cubicBezTo>
                    <a:pt x="5771" y="1727"/>
                    <a:pt x="5457" y="1806"/>
                    <a:pt x="5182" y="1924"/>
                  </a:cubicBezTo>
                  <a:lnTo>
                    <a:pt x="4358" y="471"/>
                  </a:lnTo>
                  <a:lnTo>
                    <a:pt x="2709" y="1413"/>
                  </a:lnTo>
                  <a:lnTo>
                    <a:pt x="3534" y="2827"/>
                  </a:lnTo>
                  <a:cubicBezTo>
                    <a:pt x="3259" y="3062"/>
                    <a:pt x="3063" y="3258"/>
                    <a:pt x="2827" y="3494"/>
                  </a:cubicBezTo>
                  <a:lnTo>
                    <a:pt x="1414" y="2709"/>
                  </a:lnTo>
                  <a:lnTo>
                    <a:pt x="472" y="4318"/>
                  </a:lnTo>
                  <a:lnTo>
                    <a:pt x="1885" y="5143"/>
                  </a:lnTo>
                  <a:cubicBezTo>
                    <a:pt x="1767" y="5457"/>
                    <a:pt x="1689" y="5771"/>
                    <a:pt x="1649" y="6085"/>
                  </a:cubicBezTo>
                  <a:lnTo>
                    <a:pt x="1" y="6085"/>
                  </a:lnTo>
                  <a:lnTo>
                    <a:pt x="1" y="7969"/>
                  </a:lnTo>
                  <a:lnTo>
                    <a:pt x="1649" y="7969"/>
                  </a:lnTo>
                  <a:cubicBezTo>
                    <a:pt x="1728" y="8283"/>
                    <a:pt x="1806" y="8597"/>
                    <a:pt x="1924" y="8872"/>
                  </a:cubicBezTo>
                  <a:lnTo>
                    <a:pt x="472" y="9696"/>
                  </a:lnTo>
                  <a:lnTo>
                    <a:pt x="1414" y="11345"/>
                  </a:lnTo>
                  <a:lnTo>
                    <a:pt x="2906" y="10521"/>
                  </a:lnTo>
                  <a:cubicBezTo>
                    <a:pt x="3102" y="10717"/>
                    <a:pt x="3298" y="10953"/>
                    <a:pt x="3534" y="11149"/>
                  </a:cubicBezTo>
                  <a:lnTo>
                    <a:pt x="2709" y="12601"/>
                  </a:lnTo>
                  <a:lnTo>
                    <a:pt x="4358" y="13583"/>
                  </a:lnTo>
                  <a:lnTo>
                    <a:pt x="5222" y="12052"/>
                  </a:lnTo>
                  <a:cubicBezTo>
                    <a:pt x="5497" y="12170"/>
                    <a:pt x="5771" y="12248"/>
                    <a:pt x="6085" y="12287"/>
                  </a:cubicBezTo>
                  <a:lnTo>
                    <a:pt x="6085" y="14015"/>
                  </a:lnTo>
                  <a:lnTo>
                    <a:pt x="7970" y="14015"/>
                  </a:lnTo>
                  <a:lnTo>
                    <a:pt x="7970" y="12248"/>
                  </a:lnTo>
                  <a:cubicBezTo>
                    <a:pt x="8284" y="12209"/>
                    <a:pt x="8559" y="12130"/>
                    <a:pt x="8833" y="12013"/>
                  </a:cubicBezTo>
                  <a:lnTo>
                    <a:pt x="9697" y="13583"/>
                  </a:lnTo>
                  <a:lnTo>
                    <a:pt x="11346" y="12601"/>
                  </a:lnTo>
                  <a:lnTo>
                    <a:pt x="10443" y="11031"/>
                  </a:lnTo>
                  <a:cubicBezTo>
                    <a:pt x="10678" y="10835"/>
                    <a:pt x="10875" y="10639"/>
                    <a:pt x="11032" y="10442"/>
                  </a:cubicBezTo>
                  <a:lnTo>
                    <a:pt x="12641" y="11345"/>
                  </a:lnTo>
                  <a:lnTo>
                    <a:pt x="13583" y="9696"/>
                  </a:lnTo>
                  <a:lnTo>
                    <a:pt x="11974" y="8793"/>
                  </a:lnTo>
                  <a:cubicBezTo>
                    <a:pt x="12092" y="8519"/>
                    <a:pt x="12170" y="8244"/>
                    <a:pt x="12209" y="7969"/>
                  </a:cubicBezTo>
                  <a:lnTo>
                    <a:pt x="14015" y="7969"/>
                  </a:lnTo>
                  <a:lnTo>
                    <a:pt x="14015" y="6085"/>
                  </a:lnTo>
                  <a:lnTo>
                    <a:pt x="12209" y="6085"/>
                  </a:lnTo>
                  <a:cubicBezTo>
                    <a:pt x="12170" y="5771"/>
                    <a:pt x="12092" y="5496"/>
                    <a:pt x="11974" y="5221"/>
                  </a:cubicBezTo>
                  <a:lnTo>
                    <a:pt x="13544" y="4318"/>
                  </a:lnTo>
                  <a:lnTo>
                    <a:pt x="12602" y="2709"/>
                  </a:lnTo>
                  <a:lnTo>
                    <a:pt x="11071" y="3572"/>
                  </a:lnTo>
                  <a:cubicBezTo>
                    <a:pt x="10875" y="3337"/>
                    <a:pt x="10678" y="3141"/>
                    <a:pt x="10443" y="2944"/>
                  </a:cubicBezTo>
                  <a:lnTo>
                    <a:pt x="11346" y="1413"/>
                  </a:lnTo>
                  <a:lnTo>
                    <a:pt x="9697" y="471"/>
                  </a:lnTo>
                  <a:lnTo>
                    <a:pt x="8833" y="1963"/>
                  </a:lnTo>
                  <a:cubicBezTo>
                    <a:pt x="8559" y="1884"/>
                    <a:pt x="8244" y="1767"/>
                    <a:pt x="7970" y="1727"/>
                  </a:cubicBezTo>
                  <a:lnTo>
                    <a:pt x="79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7097176" y="1177738"/>
              <a:ext cx="68969" cy="68143"/>
            </a:xfrm>
            <a:custGeom>
              <a:rect b="b" l="l" r="r" t="t"/>
              <a:pathLst>
                <a:path extrusionOk="0" h="3220" w="3259">
                  <a:moveTo>
                    <a:pt x="1649" y="0"/>
                  </a:moveTo>
                  <a:cubicBezTo>
                    <a:pt x="746" y="0"/>
                    <a:pt x="0" y="707"/>
                    <a:pt x="0" y="1610"/>
                  </a:cubicBezTo>
                  <a:cubicBezTo>
                    <a:pt x="0" y="2513"/>
                    <a:pt x="746" y="3219"/>
                    <a:pt x="1649" y="3219"/>
                  </a:cubicBezTo>
                  <a:cubicBezTo>
                    <a:pt x="2513" y="3219"/>
                    <a:pt x="3259" y="2513"/>
                    <a:pt x="3259" y="1610"/>
                  </a:cubicBezTo>
                  <a:cubicBezTo>
                    <a:pt x="3259" y="707"/>
                    <a:pt x="2513" y="0"/>
                    <a:pt x="1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7291574" y="1065577"/>
              <a:ext cx="178633" cy="179458"/>
            </a:xfrm>
            <a:custGeom>
              <a:rect b="b" l="l" r="r" t="t"/>
              <a:pathLst>
                <a:path extrusionOk="0" h="8480" w="8441">
                  <a:moveTo>
                    <a:pt x="4135" y="3301"/>
                  </a:moveTo>
                  <a:cubicBezTo>
                    <a:pt x="4610" y="3301"/>
                    <a:pt x="5064" y="3680"/>
                    <a:pt x="5064" y="4240"/>
                  </a:cubicBezTo>
                  <a:cubicBezTo>
                    <a:pt x="5064" y="4751"/>
                    <a:pt x="4672" y="5143"/>
                    <a:pt x="4161" y="5143"/>
                  </a:cubicBezTo>
                  <a:cubicBezTo>
                    <a:pt x="3337" y="5143"/>
                    <a:pt x="2905" y="4162"/>
                    <a:pt x="3494" y="3573"/>
                  </a:cubicBezTo>
                  <a:cubicBezTo>
                    <a:pt x="3682" y="3385"/>
                    <a:pt x="3911" y="3301"/>
                    <a:pt x="4135" y="3301"/>
                  </a:cubicBezTo>
                  <a:close/>
                  <a:moveTo>
                    <a:pt x="3651" y="1"/>
                  </a:moveTo>
                  <a:lnTo>
                    <a:pt x="3651" y="1021"/>
                  </a:lnTo>
                  <a:cubicBezTo>
                    <a:pt x="3455" y="1061"/>
                    <a:pt x="3258" y="1100"/>
                    <a:pt x="3101" y="1178"/>
                  </a:cubicBezTo>
                  <a:lnTo>
                    <a:pt x="2630" y="275"/>
                  </a:lnTo>
                  <a:lnTo>
                    <a:pt x="1649" y="864"/>
                  </a:lnTo>
                  <a:lnTo>
                    <a:pt x="2120" y="1728"/>
                  </a:lnTo>
                  <a:cubicBezTo>
                    <a:pt x="1963" y="1846"/>
                    <a:pt x="1845" y="1963"/>
                    <a:pt x="1727" y="2120"/>
                  </a:cubicBezTo>
                  <a:lnTo>
                    <a:pt x="864" y="1649"/>
                  </a:lnTo>
                  <a:lnTo>
                    <a:pt x="275" y="2631"/>
                  </a:lnTo>
                  <a:lnTo>
                    <a:pt x="1139" y="3102"/>
                  </a:lnTo>
                  <a:cubicBezTo>
                    <a:pt x="1060" y="3298"/>
                    <a:pt x="1021" y="3455"/>
                    <a:pt x="982" y="3651"/>
                  </a:cubicBezTo>
                  <a:lnTo>
                    <a:pt x="0" y="3651"/>
                  </a:lnTo>
                  <a:lnTo>
                    <a:pt x="0" y="4829"/>
                  </a:lnTo>
                  <a:lnTo>
                    <a:pt x="982" y="4829"/>
                  </a:lnTo>
                  <a:cubicBezTo>
                    <a:pt x="1021" y="4986"/>
                    <a:pt x="1060" y="5182"/>
                    <a:pt x="1139" y="5339"/>
                  </a:cubicBezTo>
                  <a:lnTo>
                    <a:pt x="275" y="5850"/>
                  </a:lnTo>
                  <a:lnTo>
                    <a:pt x="864" y="6831"/>
                  </a:lnTo>
                  <a:lnTo>
                    <a:pt x="1727" y="6321"/>
                  </a:lnTo>
                  <a:cubicBezTo>
                    <a:pt x="1845" y="6478"/>
                    <a:pt x="2002" y="6596"/>
                    <a:pt x="2120" y="6713"/>
                  </a:cubicBezTo>
                  <a:lnTo>
                    <a:pt x="1649" y="7616"/>
                  </a:lnTo>
                  <a:lnTo>
                    <a:pt x="2630" y="8205"/>
                  </a:lnTo>
                  <a:lnTo>
                    <a:pt x="3141" y="7263"/>
                  </a:lnTo>
                  <a:cubicBezTo>
                    <a:pt x="3298" y="7342"/>
                    <a:pt x="3494" y="7381"/>
                    <a:pt x="3651" y="7420"/>
                  </a:cubicBezTo>
                  <a:lnTo>
                    <a:pt x="3651" y="8480"/>
                  </a:lnTo>
                  <a:lnTo>
                    <a:pt x="4829" y="8480"/>
                  </a:lnTo>
                  <a:lnTo>
                    <a:pt x="4829" y="7381"/>
                  </a:lnTo>
                  <a:cubicBezTo>
                    <a:pt x="4986" y="7342"/>
                    <a:pt x="5143" y="7302"/>
                    <a:pt x="5300" y="7263"/>
                  </a:cubicBezTo>
                  <a:lnTo>
                    <a:pt x="5849" y="8205"/>
                  </a:lnTo>
                  <a:lnTo>
                    <a:pt x="6831" y="7616"/>
                  </a:lnTo>
                  <a:lnTo>
                    <a:pt x="6281" y="6635"/>
                  </a:lnTo>
                  <a:cubicBezTo>
                    <a:pt x="6399" y="6517"/>
                    <a:pt x="6517" y="6399"/>
                    <a:pt x="6635" y="6282"/>
                  </a:cubicBezTo>
                  <a:lnTo>
                    <a:pt x="7616" y="6831"/>
                  </a:lnTo>
                  <a:lnTo>
                    <a:pt x="8205" y="5850"/>
                  </a:lnTo>
                  <a:lnTo>
                    <a:pt x="7223" y="5300"/>
                  </a:lnTo>
                  <a:cubicBezTo>
                    <a:pt x="7263" y="5143"/>
                    <a:pt x="7302" y="4947"/>
                    <a:pt x="7341" y="4790"/>
                  </a:cubicBezTo>
                  <a:lnTo>
                    <a:pt x="8440" y="4829"/>
                  </a:lnTo>
                  <a:lnTo>
                    <a:pt x="8440" y="3691"/>
                  </a:lnTo>
                  <a:lnTo>
                    <a:pt x="7341" y="3691"/>
                  </a:lnTo>
                  <a:cubicBezTo>
                    <a:pt x="7302" y="3494"/>
                    <a:pt x="7263" y="3337"/>
                    <a:pt x="7223" y="3180"/>
                  </a:cubicBezTo>
                  <a:lnTo>
                    <a:pt x="8166" y="2631"/>
                  </a:lnTo>
                  <a:lnTo>
                    <a:pt x="7577" y="1649"/>
                  </a:lnTo>
                  <a:lnTo>
                    <a:pt x="6674" y="2199"/>
                  </a:lnTo>
                  <a:cubicBezTo>
                    <a:pt x="6556" y="2042"/>
                    <a:pt x="6438" y="1924"/>
                    <a:pt x="6281" y="1806"/>
                  </a:cubicBezTo>
                  <a:lnTo>
                    <a:pt x="6831" y="903"/>
                  </a:lnTo>
                  <a:lnTo>
                    <a:pt x="5849" y="315"/>
                  </a:lnTo>
                  <a:lnTo>
                    <a:pt x="5339" y="1218"/>
                  </a:lnTo>
                  <a:cubicBezTo>
                    <a:pt x="5143" y="1139"/>
                    <a:pt x="4986" y="1100"/>
                    <a:pt x="4789" y="1061"/>
                  </a:cubicBezTo>
                  <a:lnTo>
                    <a:pt x="47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7"/>
          <p:cNvSpPr txBox="1"/>
          <p:nvPr>
            <p:ph type="title"/>
          </p:nvPr>
        </p:nvSpPr>
        <p:spPr>
          <a:xfrm>
            <a:off x="511925" y="1474750"/>
            <a:ext cx="2880300" cy="196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important?</a:t>
            </a: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4797927" y="609156"/>
            <a:ext cx="21" cy="21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close/>
              </a:path>
            </a:pathLst>
          </a:custGeom>
          <a:solidFill>
            <a:srgbClr val="AF7A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4603200" y="750850"/>
            <a:ext cx="723900" cy="723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27"/>
          <p:cNvGrpSpPr/>
          <p:nvPr/>
        </p:nvGrpSpPr>
        <p:grpSpPr>
          <a:xfrm>
            <a:off x="4783256" y="935034"/>
            <a:ext cx="363781" cy="355530"/>
            <a:chOff x="5728068" y="324551"/>
            <a:chExt cx="294942" cy="288276"/>
          </a:xfrm>
        </p:grpSpPr>
        <p:sp>
          <p:nvSpPr>
            <p:cNvPr id="566" name="Google Shape;566;p27"/>
            <p:cNvSpPr/>
            <p:nvPr/>
          </p:nvSpPr>
          <p:spPr>
            <a:xfrm>
              <a:off x="5787894" y="379891"/>
              <a:ext cx="181130" cy="184770"/>
            </a:xfrm>
            <a:custGeom>
              <a:rect b="b" l="l" r="r" t="t"/>
              <a:pathLst>
                <a:path extrusionOk="0" h="8731" w="8559">
                  <a:moveTo>
                    <a:pt x="2769" y="1528"/>
                  </a:moveTo>
                  <a:cubicBezTo>
                    <a:pt x="3045" y="1528"/>
                    <a:pt x="3237" y="1933"/>
                    <a:pt x="2945" y="2096"/>
                  </a:cubicBezTo>
                  <a:lnTo>
                    <a:pt x="2945" y="2135"/>
                  </a:lnTo>
                  <a:cubicBezTo>
                    <a:pt x="2277" y="2567"/>
                    <a:pt x="1885" y="3352"/>
                    <a:pt x="1924" y="4137"/>
                  </a:cubicBezTo>
                  <a:cubicBezTo>
                    <a:pt x="1924" y="4294"/>
                    <a:pt x="1806" y="4451"/>
                    <a:pt x="1610" y="4451"/>
                  </a:cubicBezTo>
                  <a:cubicBezTo>
                    <a:pt x="1453" y="4451"/>
                    <a:pt x="1335" y="4333"/>
                    <a:pt x="1296" y="4176"/>
                  </a:cubicBezTo>
                  <a:cubicBezTo>
                    <a:pt x="1257" y="3156"/>
                    <a:pt x="1767" y="2174"/>
                    <a:pt x="2591" y="1585"/>
                  </a:cubicBezTo>
                  <a:cubicBezTo>
                    <a:pt x="2652" y="1545"/>
                    <a:pt x="2712" y="1528"/>
                    <a:pt x="2769" y="1528"/>
                  </a:cubicBezTo>
                  <a:close/>
                  <a:moveTo>
                    <a:pt x="4136" y="1"/>
                  </a:moveTo>
                  <a:cubicBezTo>
                    <a:pt x="2258" y="1"/>
                    <a:pt x="460" y="1338"/>
                    <a:pt x="197" y="3470"/>
                  </a:cubicBezTo>
                  <a:cubicBezTo>
                    <a:pt x="0" y="4726"/>
                    <a:pt x="472" y="6021"/>
                    <a:pt x="1414" y="6885"/>
                  </a:cubicBezTo>
                  <a:cubicBezTo>
                    <a:pt x="1885" y="7238"/>
                    <a:pt x="2120" y="7749"/>
                    <a:pt x="2160" y="8298"/>
                  </a:cubicBezTo>
                  <a:lnTo>
                    <a:pt x="2160" y="8416"/>
                  </a:lnTo>
                  <a:cubicBezTo>
                    <a:pt x="2160" y="8612"/>
                    <a:pt x="2277" y="8730"/>
                    <a:pt x="2434" y="8730"/>
                  </a:cubicBezTo>
                  <a:lnTo>
                    <a:pt x="5810" y="8730"/>
                  </a:lnTo>
                  <a:cubicBezTo>
                    <a:pt x="5967" y="8730"/>
                    <a:pt x="6124" y="8612"/>
                    <a:pt x="6124" y="8416"/>
                  </a:cubicBezTo>
                  <a:lnTo>
                    <a:pt x="6124" y="8298"/>
                  </a:lnTo>
                  <a:cubicBezTo>
                    <a:pt x="6124" y="7749"/>
                    <a:pt x="6399" y="7238"/>
                    <a:pt x="6831" y="6924"/>
                  </a:cubicBezTo>
                  <a:cubicBezTo>
                    <a:pt x="8558" y="5315"/>
                    <a:pt x="8519" y="2567"/>
                    <a:pt x="6792" y="1036"/>
                  </a:cubicBezTo>
                  <a:cubicBezTo>
                    <a:pt x="6002" y="324"/>
                    <a:pt x="5059" y="1"/>
                    <a:pt x="41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5828590" y="575432"/>
              <a:ext cx="91422" cy="13311"/>
            </a:xfrm>
            <a:custGeom>
              <a:rect b="b" l="l" r="r" t="t"/>
              <a:pathLst>
                <a:path extrusionOk="0" h="629" w="4320">
                  <a:moveTo>
                    <a:pt x="433" y="0"/>
                  </a:moveTo>
                  <a:cubicBezTo>
                    <a:pt x="1" y="0"/>
                    <a:pt x="1" y="628"/>
                    <a:pt x="433" y="628"/>
                  </a:cubicBezTo>
                  <a:lnTo>
                    <a:pt x="3887" y="628"/>
                  </a:lnTo>
                  <a:cubicBezTo>
                    <a:pt x="4319" y="628"/>
                    <a:pt x="4319" y="0"/>
                    <a:pt x="38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5857667" y="587050"/>
              <a:ext cx="39066" cy="25776"/>
            </a:xfrm>
            <a:custGeom>
              <a:rect b="b" l="l" r="r" t="t"/>
              <a:pathLst>
                <a:path extrusionOk="0" h="1218" w="1846">
                  <a:moveTo>
                    <a:pt x="1" y="1"/>
                  </a:moveTo>
                  <a:lnTo>
                    <a:pt x="1" y="276"/>
                  </a:lnTo>
                  <a:cubicBezTo>
                    <a:pt x="1" y="786"/>
                    <a:pt x="433" y="1218"/>
                    <a:pt x="943" y="1218"/>
                  </a:cubicBezTo>
                  <a:cubicBezTo>
                    <a:pt x="1453" y="1218"/>
                    <a:pt x="1846" y="786"/>
                    <a:pt x="1846" y="276"/>
                  </a:cubicBezTo>
                  <a:lnTo>
                    <a:pt x="18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5866809" y="324551"/>
              <a:ext cx="16634" cy="39066"/>
            </a:xfrm>
            <a:custGeom>
              <a:rect b="b" l="l" r="r" t="t"/>
              <a:pathLst>
                <a:path extrusionOk="0" h="1846" w="786">
                  <a:moveTo>
                    <a:pt x="393" y="0"/>
                  </a:moveTo>
                  <a:cubicBezTo>
                    <a:pt x="197" y="0"/>
                    <a:pt x="1" y="196"/>
                    <a:pt x="1" y="432"/>
                  </a:cubicBezTo>
                  <a:lnTo>
                    <a:pt x="1" y="1452"/>
                  </a:lnTo>
                  <a:cubicBezTo>
                    <a:pt x="1" y="1649"/>
                    <a:pt x="197" y="1845"/>
                    <a:pt x="393" y="1845"/>
                  </a:cubicBezTo>
                  <a:cubicBezTo>
                    <a:pt x="629" y="1845"/>
                    <a:pt x="786" y="1649"/>
                    <a:pt x="786" y="1452"/>
                  </a:cubicBezTo>
                  <a:lnTo>
                    <a:pt x="786" y="393"/>
                  </a:lnTo>
                  <a:cubicBezTo>
                    <a:pt x="786" y="196"/>
                    <a:pt x="590" y="39"/>
                    <a:pt x="3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5797036" y="343682"/>
              <a:ext cx="29098" cy="35257"/>
            </a:xfrm>
            <a:custGeom>
              <a:rect b="b" l="l" r="r" t="t"/>
              <a:pathLst>
                <a:path extrusionOk="0" h="1666" w="1375">
                  <a:moveTo>
                    <a:pt x="420" y="0"/>
                  </a:moveTo>
                  <a:cubicBezTo>
                    <a:pt x="360" y="0"/>
                    <a:pt x="298" y="13"/>
                    <a:pt x="236" y="38"/>
                  </a:cubicBezTo>
                  <a:cubicBezTo>
                    <a:pt x="40" y="156"/>
                    <a:pt x="0" y="391"/>
                    <a:pt x="79" y="588"/>
                  </a:cubicBezTo>
                  <a:lnTo>
                    <a:pt x="589" y="1491"/>
                  </a:lnTo>
                  <a:cubicBezTo>
                    <a:pt x="668" y="1595"/>
                    <a:pt x="798" y="1665"/>
                    <a:pt x="935" y="1665"/>
                  </a:cubicBezTo>
                  <a:cubicBezTo>
                    <a:pt x="1003" y="1665"/>
                    <a:pt x="1073" y="1648"/>
                    <a:pt x="1139" y="1608"/>
                  </a:cubicBezTo>
                  <a:cubicBezTo>
                    <a:pt x="1296" y="1491"/>
                    <a:pt x="1374" y="1255"/>
                    <a:pt x="1256" y="1059"/>
                  </a:cubicBezTo>
                  <a:lnTo>
                    <a:pt x="746" y="195"/>
                  </a:lnTo>
                  <a:cubicBezTo>
                    <a:pt x="666" y="61"/>
                    <a:pt x="548" y="0"/>
                    <a:pt x="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5745527" y="395360"/>
              <a:ext cx="38241" cy="26771"/>
            </a:xfrm>
            <a:custGeom>
              <a:rect b="b" l="l" r="r" t="t"/>
              <a:pathLst>
                <a:path extrusionOk="0" h="1265" w="1807">
                  <a:moveTo>
                    <a:pt x="427" y="1"/>
                  </a:moveTo>
                  <a:cubicBezTo>
                    <a:pt x="304" y="1"/>
                    <a:pt x="189" y="53"/>
                    <a:pt x="118" y="148"/>
                  </a:cubicBezTo>
                  <a:cubicBezTo>
                    <a:pt x="0" y="344"/>
                    <a:pt x="79" y="580"/>
                    <a:pt x="236" y="697"/>
                  </a:cubicBezTo>
                  <a:lnTo>
                    <a:pt x="1139" y="1208"/>
                  </a:lnTo>
                  <a:cubicBezTo>
                    <a:pt x="1204" y="1247"/>
                    <a:pt x="1274" y="1264"/>
                    <a:pt x="1342" y="1264"/>
                  </a:cubicBezTo>
                  <a:cubicBezTo>
                    <a:pt x="1479" y="1264"/>
                    <a:pt x="1610" y="1195"/>
                    <a:pt x="1688" y="1090"/>
                  </a:cubicBezTo>
                  <a:cubicBezTo>
                    <a:pt x="1806" y="894"/>
                    <a:pt x="1728" y="658"/>
                    <a:pt x="1531" y="540"/>
                  </a:cubicBezTo>
                  <a:lnTo>
                    <a:pt x="668" y="69"/>
                  </a:lnTo>
                  <a:cubicBezTo>
                    <a:pt x="590" y="23"/>
                    <a:pt x="507" y="1"/>
                    <a:pt x="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5728068" y="464117"/>
              <a:ext cx="39087" cy="16634"/>
            </a:xfrm>
            <a:custGeom>
              <a:rect b="b" l="l" r="r" t="t"/>
              <a:pathLst>
                <a:path extrusionOk="0" h="786" w="1847">
                  <a:moveTo>
                    <a:pt x="433" y="0"/>
                  </a:moveTo>
                  <a:cubicBezTo>
                    <a:pt x="197" y="0"/>
                    <a:pt x="1" y="157"/>
                    <a:pt x="1" y="393"/>
                  </a:cubicBezTo>
                  <a:cubicBezTo>
                    <a:pt x="1" y="589"/>
                    <a:pt x="197" y="785"/>
                    <a:pt x="433" y="785"/>
                  </a:cubicBezTo>
                  <a:lnTo>
                    <a:pt x="1453" y="785"/>
                  </a:lnTo>
                  <a:cubicBezTo>
                    <a:pt x="1650" y="785"/>
                    <a:pt x="1846" y="589"/>
                    <a:pt x="1846" y="393"/>
                  </a:cubicBezTo>
                  <a:cubicBezTo>
                    <a:pt x="1846" y="157"/>
                    <a:pt x="1650" y="0"/>
                    <a:pt x="14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5746352" y="522759"/>
              <a:ext cx="37415" cy="27300"/>
            </a:xfrm>
            <a:custGeom>
              <a:rect b="b" l="l" r="r" t="t"/>
              <a:pathLst>
                <a:path extrusionOk="0" h="1290" w="1768">
                  <a:moveTo>
                    <a:pt x="1335" y="0"/>
                  </a:moveTo>
                  <a:cubicBezTo>
                    <a:pt x="1269" y="0"/>
                    <a:pt x="1202" y="18"/>
                    <a:pt x="1139" y="56"/>
                  </a:cubicBezTo>
                  <a:lnTo>
                    <a:pt x="236" y="566"/>
                  </a:lnTo>
                  <a:cubicBezTo>
                    <a:pt x="40" y="644"/>
                    <a:pt x="1" y="919"/>
                    <a:pt x="118" y="1115"/>
                  </a:cubicBezTo>
                  <a:cubicBezTo>
                    <a:pt x="171" y="1220"/>
                    <a:pt x="293" y="1290"/>
                    <a:pt x="427" y="1290"/>
                  </a:cubicBezTo>
                  <a:cubicBezTo>
                    <a:pt x="494" y="1290"/>
                    <a:pt x="563" y="1272"/>
                    <a:pt x="629" y="1233"/>
                  </a:cubicBezTo>
                  <a:lnTo>
                    <a:pt x="1532" y="762"/>
                  </a:lnTo>
                  <a:cubicBezTo>
                    <a:pt x="1728" y="644"/>
                    <a:pt x="1767" y="409"/>
                    <a:pt x="1689" y="213"/>
                  </a:cubicBezTo>
                  <a:cubicBezTo>
                    <a:pt x="1609" y="79"/>
                    <a:pt x="1474" y="0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5968177" y="521087"/>
              <a:ext cx="37394" cy="27744"/>
            </a:xfrm>
            <a:custGeom>
              <a:rect b="b" l="l" r="r" t="t"/>
              <a:pathLst>
                <a:path extrusionOk="0" h="1311" w="1767">
                  <a:moveTo>
                    <a:pt x="432" y="1"/>
                  </a:moveTo>
                  <a:cubicBezTo>
                    <a:pt x="293" y="1"/>
                    <a:pt x="159" y="80"/>
                    <a:pt x="79" y="213"/>
                  </a:cubicBezTo>
                  <a:cubicBezTo>
                    <a:pt x="0" y="409"/>
                    <a:pt x="39" y="645"/>
                    <a:pt x="236" y="723"/>
                  </a:cubicBezTo>
                  <a:lnTo>
                    <a:pt x="1138" y="1273"/>
                  </a:lnTo>
                  <a:cubicBezTo>
                    <a:pt x="1188" y="1298"/>
                    <a:pt x="1250" y="1311"/>
                    <a:pt x="1314" y="1311"/>
                  </a:cubicBezTo>
                  <a:cubicBezTo>
                    <a:pt x="1454" y="1311"/>
                    <a:pt x="1608" y="1250"/>
                    <a:pt x="1688" y="1116"/>
                  </a:cubicBezTo>
                  <a:cubicBezTo>
                    <a:pt x="1767" y="959"/>
                    <a:pt x="1727" y="684"/>
                    <a:pt x="1531" y="606"/>
                  </a:cubicBezTo>
                  <a:lnTo>
                    <a:pt x="628" y="56"/>
                  </a:lnTo>
                  <a:cubicBezTo>
                    <a:pt x="565" y="18"/>
                    <a:pt x="498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5984790" y="463271"/>
              <a:ext cx="38219" cy="16634"/>
            </a:xfrm>
            <a:custGeom>
              <a:rect b="b" l="l" r="r" t="t"/>
              <a:pathLst>
                <a:path extrusionOk="0" h="786" w="1806">
                  <a:moveTo>
                    <a:pt x="393" y="1"/>
                  </a:moveTo>
                  <a:cubicBezTo>
                    <a:pt x="157" y="1"/>
                    <a:pt x="0" y="158"/>
                    <a:pt x="0" y="393"/>
                  </a:cubicBezTo>
                  <a:cubicBezTo>
                    <a:pt x="0" y="590"/>
                    <a:pt x="157" y="786"/>
                    <a:pt x="393" y="786"/>
                  </a:cubicBezTo>
                  <a:lnTo>
                    <a:pt x="1413" y="786"/>
                  </a:lnTo>
                  <a:cubicBezTo>
                    <a:pt x="1610" y="786"/>
                    <a:pt x="1806" y="590"/>
                    <a:pt x="1806" y="393"/>
                  </a:cubicBezTo>
                  <a:cubicBezTo>
                    <a:pt x="1806" y="158"/>
                    <a:pt x="1610" y="1"/>
                    <a:pt x="14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5967331" y="393519"/>
              <a:ext cx="38241" cy="26940"/>
            </a:xfrm>
            <a:custGeom>
              <a:rect b="b" l="l" r="r" t="t"/>
              <a:pathLst>
                <a:path extrusionOk="0" h="1273" w="1807">
                  <a:moveTo>
                    <a:pt x="1332" y="1"/>
                  </a:moveTo>
                  <a:cubicBezTo>
                    <a:pt x="1267" y="1"/>
                    <a:pt x="1201" y="14"/>
                    <a:pt x="1139" y="39"/>
                  </a:cubicBezTo>
                  <a:lnTo>
                    <a:pt x="276" y="549"/>
                  </a:lnTo>
                  <a:cubicBezTo>
                    <a:pt x="79" y="667"/>
                    <a:pt x="1" y="902"/>
                    <a:pt x="119" y="1098"/>
                  </a:cubicBezTo>
                  <a:cubicBezTo>
                    <a:pt x="197" y="1203"/>
                    <a:pt x="328" y="1273"/>
                    <a:pt x="465" y="1273"/>
                  </a:cubicBezTo>
                  <a:cubicBezTo>
                    <a:pt x="533" y="1273"/>
                    <a:pt x="603" y="1255"/>
                    <a:pt x="668" y="1216"/>
                  </a:cubicBezTo>
                  <a:lnTo>
                    <a:pt x="1532" y="745"/>
                  </a:lnTo>
                  <a:cubicBezTo>
                    <a:pt x="1728" y="627"/>
                    <a:pt x="1807" y="392"/>
                    <a:pt x="1689" y="196"/>
                  </a:cubicBezTo>
                  <a:cubicBezTo>
                    <a:pt x="1608" y="61"/>
                    <a:pt x="1473" y="1"/>
                    <a:pt x="13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5924964" y="342835"/>
              <a:ext cx="29098" cy="35468"/>
            </a:xfrm>
            <a:custGeom>
              <a:rect b="b" l="l" r="r" t="t"/>
              <a:pathLst>
                <a:path extrusionOk="0" h="1676" w="1375">
                  <a:moveTo>
                    <a:pt x="946" y="1"/>
                  </a:moveTo>
                  <a:cubicBezTo>
                    <a:pt x="806" y="1"/>
                    <a:pt x="670" y="62"/>
                    <a:pt x="590" y="196"/>
                  </a:cubicBezTo>
                  <a:lnTo>
                    <a:pt x="118" y="1099"/>
                  </a:lnTo>
                  <a:cubicBezTo>
                    <a:pt x="1" y="1295"/>
                    <a:pt x="40" y="1531"/>
                    <a:pt x="236" y="1609"/>
                  </a:cubicBezTo>
                  <a:cubicBezTo>
                    <a:pt x="310" y="1653"/>
                    <a:pt x="389" y="1675"/>
                    <a:pt x="465" y="1675"/>
                  </a:cubicBezTo>
                  <a:cubicBezTo>
                    <a:pt x="593" y="1675"/>
                    <a:pt x="712" y="1614"/>
                    <a:pt x="786" y="1491"/>
                  </a:cubicBezTo>
                  <a:lnTo>
                    <a:pt x="1296" y="588"/>
                  </a:lnTo>
                  <a:cubicBezTo>
                    <a:pt x="1375" y="392"/>
                    <a:pt x="1335" y="157"/>
                    <a:pt x="1139" y="39"/>
                  </a:cubicBezTo>
                  <a:cubicBezTo>
                    <a:pt x="1077" y="14"/>
                    <a:pt x="1011" y="1"/>
                    <a:pt x="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27"/>
          <p:cNvSpPr/>
          <p:nvPr/>
        </p:nvSpPr>
        <p:spPr>
          <a:xfrm>
            <a:off x="4603200" y="3487250"/>
            <a:ext cx="723900" cy="7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9" name="Google Shape;579;p27"/>
          <p:cNvGrpSpPr/>
          <p:nvPr/>
        </p:nvGrpSpPr>
        <p:grpSpPr>
          <a:xfrm>
            <a:off x="4710527" y="3700901"/>
            <a:ext cx="485193" cy="296592"/>
            <a:chOff x="6985014" y="1063926"/>
            <a:chExt cx="485193" cy="296592"/>
          </a:xfrm>
        </p:grpSpPr>
        <p:sp>
          <p:nvSpPr>
            <p:cNvPr id="580" name="Google Shape;580;p27"/>
            <p:cNvSpPr/>
            <p:nvPr/>
          </p:nvSpPr>
          <p:spPr>
            <a:xfrm>
              <a:off x="6985014" y="1063926"/>
              <a:ext cx="296614" cy="296592"/>
            </a:xfrm>
            <a:custGeom>
              <a:rect b="b" l="l" r="r" t="t"/>
              <a:pathLst>
                <a:path extrusionOk="0" h="14015" w="14016">
                  <a:moveTo>
                    <a:pt x="6898" y="3812"/>
                  </a:moveTo>
                  <a:cubicBezTo>
                    <a:pt x="8528" y="3812"/>
                    <a:pt x="10090" y="5077"/>
                    <a:pt x="10090" y="6988"/>
                  </a:cubicBezTo>
                  <a:cubicBezTo>
                    <a:pt x="10090" y="8715"/>
                    <a:pt x="8637" y="10128"/>
                    <a:pt x="6910" y="10167"/>
                  </a:cubicBezTo>
                  <a:cubicBezTo>
                    <a:pt x="4083" y="10128"/>
                    <a:pt x="2670" y="6752"/>
                    <a:pt x="4672" y="4750"/>
                  </a:cubicBezTo>
                  <a:cubicBezTo>
                    <a:pt x="5321" y="4102"/>
                    <a:pt x="6117" y="3812"/>
                    <a:pt x="6898" y="3812"/>
                  </a:cubicBezTo>
                  <a:close/>
                  <a:moveTo>
                    <a:pt x="6085" y="0"/>
                  </a:moveTo>
                  <a:lnTo>
                    <a:pt x="6085" y="1688"/>
                  </a:lnTo>
                  <a:cubicBezTo>
                    <a:pt x="5771" y="1727"/>
                    <a:pt x="5457" y="1806"/>
                    <a:pt x="5182" y="1924"/>
                  </a:cubicBezTo>
                  <a:lnTo>
                    <a:pt x="4358" y="471"/>
                  </a:lnTo>
                  <a:lnTo>
                    <a:pt x="2709" y="1413"/>
                  </a:lnTo>
                  <a:lnTo>
                    <a:pt x="3534" y="2827"/>
                  </a:lnTo>
                  <a:cubicBezTo>
                    <a:pt x="3259" y="3062"/>
                    <a:pt x="3063" y="3258"/>
                    <a:pt x="2827" y="3494"/>
                  </a:cubicBezTo>
                  <a:lnTo>
                    <a:pt x="1414" y="2709"/>
                  </a:lnTo>
                  <a:lnTo>
                    <a:pt x="472" y="4318"/>
                  </a:lnTo>
                  <a:lnTo>
                    <a:pt x="1885" y="5143"/>
                  </a:lnTo>
                  <a:cubicBezTo>
                    <a:pt x="1767" y="5457"/>
                    <a:pt x="1689" y="5771"/>
                    <a:pt x="1649" y="6085"/>
                  </a:cubicBezTo>
                  <a:lnTo>
                    <a:pt x="1" y="6085"/>
                  </a:lnTo>
                  <a:lnTo>
                    <a:pt x="1" y="7969"/>
                  </a:lnTo>
                  <a:lnTo>
                    <a:pt x="1649" y="7969"/>
                  </a:lnTo>
                  <a:cubicBezTo>
                    <a:pt x="1728" y="8283"/>
                    <a:pt x="1806" y="8597"/>
                    <a:pt x="1924" y="8872"/>
                  </a:cubicBezTo>
                  <a:lnTo>
                    <a:pt x="472" y="9696"/>
                  </a:lnTo>
                  <a:lnTo>
                    <a:pt x="1414" y="11345"/>
                  </a:lnTo>
                  <a:lnTo>
                    <a:pt x="2906" y="10521"/>
                  </a:lnTo>
                  <a:cubicBezTo>
                    <a:pt x="3102" y="10717"/>
                    <a:pt x="3298" y="10953"/>
                    <a:pt x="3534" y="11149"/>
                  </a:cubicBezTo>
                  <a:lnTo>
                    <a:pt x="2709" y="12601"/>
                  </a:lnTo>
                  <a:lnTo>
                    <a:pt x="4358" y="13583"/>
                  </a:lnTo>
                  <a:lnTo>
                    <a:pt x="5222" y="12052"/>
                  </a:lnTo>
                  <a:cubicBezTo>
                    <a:pt x="5497" y="12170"/>
                    <a:pt x="5771" y="12248"/>
                    <a:pt x="6085" y="12287"/>
                  </a:cubicBezTo>
                  <a:lnTo>
                    <a:pt x="6085" y="14015"/>
                  </a:lnTo>
                  <a:lnTo>
                    <a:pt x="7970" y="14015"/>
                  </a:lnTo>
                  <a:lnTo>
                    <a:pt x="7970" y="12248"/>
                  </a:lnTo>
                  <a:cubicBezTo>
                    <a:pt x="8284" y="12209"/>
                    <a:pt x="8559" y="12130"/>
                    <a:pt x="8833" y="12013"/>
                  </a:cubicBezTo>
                  <a:lnTo>
                    <a:pt x="9697" y="13583"/>
                  </a:lnTo>
                  <a:lnTo>
                    <a:pt x="11346" y="12601"/>
                  </a:lnTo>
                  <a:lnTo>
                    <a:pt x="10443" y="11031"/>
                  </a:lnTo>
                  <a:cubicBezTo>
                    <a:pt x="10678" y="10835"/>
                    <a:pt x="10875" y="10639"/>
                    <a:pt x="11032" y="10442"/>
                  </a:cubicBezTo>
                  <a:lnTo>
                    <a:pt x="12641" y="11345"/>
                  </a:lnTo>
                  <a:lnTo>
                    <a:pt x="13583" y="9696"/>
                  </a:lnTo>
                  <a:lnTo>
                    <a:pt x="11974" y="8793"/>
                  </a:lnTo>
                  <a:cubicBezTo>
                    <a:pt x="12092" y="8519"/>
                    <a:pt x="12170" y="8244"/>
                    <a:pt x="12209" y="7969"/>
                  </a:cubicBezTo>
                  <a:lnTo>
                    <a:pt x="14015" y="7969"/>
                  </a:lnTo>
                  <a:lnTo>
                    <a:pt x="14015" y="6085"/>
                  </a:lnTo>
                  <a:lnTo>
                    <a:pt x="12209" y="6085"/>
                  </a:lnTo>
                  <a:cubicBezTo>
                    <a:pt x="12170" y="5771"/>
                    <a:pt x="12092" y="5496"/>
                    <a:pt x="11974" y="5221"/>
                  </a:cubicBezTo>
                  <a:lnTo>
                    <a:pt x="13544" y="4318"/>
                  </a:lnTo>
                  <a:lnTo>
                    <a:pt x="12602" y="2709"/>
                  </a:lnTo>
                  <a:lnTo>
                    <a:pt x="11071" y="3572"/>
                  </a:lnTo>
                  <a:cubicBezTo>
                    <a:pt x="10875" y="3337"/>
                    <a:pt x="10678" y="3141"/>
                    <a:pt x="10443" y="2944"/>
                  </a:cubicBezTo>
                  <a:lnTo>
                    <a:pt x="11346" y="1413"/>
                  </a:lnTo>
                  <a:lnTo>
                    <a:pt x="9697" y="471"/>
                  </a:lnTo>
                  <a:lnTo>
                    <a:pt x="8833" y="1963"/>
                  </a:lnTo>
                  <a:cubicBezTo>
                    <a:pt x="8559" y="1884"/>
                    <a:pt x="8244" y="1767"/>
                    <a:pt x="7970" y="1727"/>
                  </a:cubicBezTo>
                  <a:lnTo>
                    <a:pt x="79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7097176" y="1177738"/>
              <a:ext cx="68969" cy="68143"/>
            </a:xfrm>
            <a:custGeom>
              <a:rect b="b" l="l" r="r" t="t"/>
              <a:pathLst>
                <a:path extrusionOk="0" h="3220" w="3259">
                  <a:moveTo>
                    <a:pt x="1649" y="0"/>
                  </a:moveTo>
                  <a:cubicBezTo>
                    <a:pt x="746" y="0"/>
                    <a:pt x="0" y="707"/>
                    <a:pt x="0" y="1610"/>
                  </a:cubicBezTo>
                  <a:cubicBezTo>
                    <a:pt x="0" y="2513"/>
                    <a:pt x="746" y="3219"/>
                    <a:pt x="1649" y="3219"/>
                  </a:cubicBezTo>
                  <a:cubicBezTo>
                    <a:pt x="2513" y="3219"/>
                    <a:pt x="3259" y="2513"/>
                    <a:pt x="3259" y="1610"/>
                  </a:cubicBezTo>
                  <a:cubicBezTo>
                    <a:pt x="3259" y="707"/>
                    <a:pt x="2513" y="0"/>
                    <a:pt x="1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7291574" y="1065577"/>
              <a:ext cx="178633" cy="179458"/>
            </a:xfrm>
            <a:custGeom>
              <a:rect b="b" l="l" r="r" t="t"/>
              <a:pathLst>
                <a:path extrusionOk="0" h="8480" w="8441">
                  <a:moveTo>
                    <a:pt x="4135" y="3301"/>
                  </a:moveTo>
                  <a:cubicBezTo>
                    <a:pt x="4610" y="3301"/>
                    <a:pt x="5064" y="3680"/>
                    <a:pt x="5064" y="4240"/>
                  </a:cubicBezTo>
                  <a:cubicBezTo>
                    <a:pt x="5064" y="4751"/>
                    <a:pt x="4672" y="5143"/>
                    <a:pt x="4161" y="5143"/>
                  </a:cubicBezTo>
                  <a:cubicBezTo>
                    <a:pt x="3337" y="5143"/>
                    <a:pt x="2905" y="4162"/>
                    <a:pt x="3494" y="3573"/>
                  </a:cubicBezTo>
                  <a:cubicBezTo>
                    <a:pt x="3682" y="3385"/>
                    <a:pt x="3911" y="3301"/>
                    <a:pt x="4135" y="3301"/>
                  </a:cubicBezTo>
                  <a:close/>
                  <a:moveTo>
                    <a:pt x="3651" y="1"/>
                  </a:moveTo>
                  <a:lnTo>
                    <a:pt x="3651" y="1021"/>
                  </a:lnTo>
                  <a:cubicBezTo>
                    <a:pt x="3455" y="1061"/>
                    <a:pt x="3258" y="1100"/>
                    <a:pt x="3101" y="1178"/>
                  </a:cubicBezTo>
                  <a:lnTo>
                    <a:pt x="2630" y="275"/>
                  </a:lnTo>
                  <a:lnTo>
                    <a:pt x="1649" y="864"/>
                  </a:lnTo>
                  <a:lnTo>
                    <a:pt x="2120" y="1728"/>
                  </a:lnTo>
                  <a:cubicBezTo>
                    <a:pt x="1963" y="1846"/>
                    <a:pt x="1845" y="1963"/>
                    <a:pt x="1727" y="2120"/>
                  </a:cubicBezTo>
                  <a:lnTo>
                    <a:pt x="864" y="1649"/>
                  </a:lnTo>
                  <a:lnTo>
                    <a:pt x="275" y="2631"/>
                  </a:lnTo>
                  <a:lnTo>
                    <a:pt x="1139" y="3102"/>
                  </a:lnTo>
                  <a:cubicBezTo>
                    <a:pt x="1060" y="3298"/>
                    <a:pt x="1021" y="3455"/>
                    <a:pt x="982" y="3651"/>
                  </a:cubicBezTo>
                  <a:lnTo>
                    <a:pt x="0" y="3651"/>
                  </a:lnTo>
                  <a:lnTo>
                    <a:pt x="0" y="4829"/>
                  </a:lnTo>
                  <a:lnTo>
                    <a:pt x="982" y="4829"/>
                  </a:lnTo>
                  <a:cubicBezTo>
                    <a:pt x="1021" y="4986"/>
                    <a:pt x="1060" y="5182"/>
                    <a:pt x="1139" y="5339"/>
                  </a:cubicBezTo>
                  <a:lnTo>
                    <a:pt x="275" y="5850"/>
                  </a:lnTo>
                  <a:lnTo>
                    <a:pt x="864" y="6831"/>
                  </a:lnTo>
                  <a:lnTo>
                    <a:pt x="1727" y="6321"/>
                  </a:lnTo>
                  <a:cubicBezTo>
                    <a:pt x="1845" y="6478"/>
                    <a:pt x="2002" y="6596"/>
                    <a:pt x="2120" y="6713"/>
                  </a:cubicBezTo>
                  <a:lnTo>
                    <a:pt x="1649" y="7616"/>
                  </a:lnTo>
                  <a:lnTo>
                    <a:pt x="2630" y="8205"/>
                  </a:lnTo>
                  <a:lnTo>
                    <a:pt x="3141" y="7263"/>
                  </a:lnTo>
                  <a:cubicBezTo>
                    <a:pt x="3298" y="7342"/>
                    <a:pt x="3494" y="7381"/>
                    <a:pt x="3651" y="7420"/>
                  </a:cubicBezTo>
                  <a:lnTo>
                    <a:pt x="3651" y="8480"/>
                  </a:lnTo>
                  <a:lnTo>
                    <a:pt x="4829" y="8480"/>
                  </a:lnTo>
                  <a:lnTo>
                    <a:pt x="4829" y="7381"/>
                  </a:lnTo>
                  <a:cubicBezTo>
                    <a:pt x="4986" y="7342"/>
                    <a:pt x="5143" y="7302"/>
                    <a:pt x="5300" y="7263"/>
                  </a:cubicBezTo>
                  <a:lnTo>
                    <a:pt x="5849" y="8205"/>
                  </a:lnTo>
                  <a:lnTo>
                    <a:pt x="6831" y="7616"/>
                  </a:lnTo>
                  <a:lnTo>
                    <a:pt x="6281" y="6635"/>
                  </a:lnTo>
                  <a:cubicBezTo>
                    <a:pt x="6399" y="6517"/>
                    <a:pt x="6517" y="6399"/>
                    <a:pt x="6635" y="6282"/>
                  </a:cubicBezTo>
                  <a:lnTo>
                    <a:pt x="7616" y="6831"/>
                  </a:lnTo>
                  <a:lnTo>
                    <a:pt x="8205" y="5850"/>
                  </a:lnTo>
                  <a:lnTo>
                    <a:pt x="7223" y="5300"/>
                  </a:lnTo>
                  <a:cubicBezTo>
                    <a:pt x="7263" y="5143"/>
                    <a:pt x="7302" y="4947"/>
                    <a:pt x="7341" y="4790"/>
                  </a:cubicBezTo>
                  <a:lnTo>
                    <a:pt x="8440" y="4829"/>
                  </a:lnTo>
                  <a:lnTo>
                    <a:pt x="8440" y="3691"/>
                  </a:lnTo>
                  <a:lnTo>
                    <a:pt x="7341" y="3691"/>
                  </a:lnTo>
                  <a:cubicBezTo>
                    <a:pt x="7302" y="3494"/>
                    <a:pt x="7263" y="3337"/>
                    <a:pt x="7223" y="3180"/>
                  </a:cubicBezTo>
                  <a:lnTo>
                    <a:pt x="8166" y="2631"/>
                  </a:lnTo>
                  <a:lnTo>
                    <a:pt x="7577" y="1649"/>
                  </a:lnTo>
                  <a:lnTo>
                    <a:pt x="6674" y="2199"/>
                  </a:lnTo>
                  <a:cubicBezTo>
                    <a:pt x="6556" y="2042"/>
                    <a:pt x="6438" y="1924"/>
                    <a:pt x="6281" y="1806"/>
                  </a:cubicBezTo>
                  <a:lnTo>
                    <a:pt x="6831" y="903"/>
                  </a:lnTo>
                  <a:lnTo>
                    <a:pt x="5849" y="315"/>
                  </a:lnTo>
                  <a:lnTo>
                    <a:pt x="5339" y="1218"/>
                  </a:lnTo>
                  <a:cubicBezTo>
                    <a:pt x="5143" y="1139"/>
                    <a:pt x="4986" y="1100"/>
                    <a:pt x="4789" y="1061"/>
                  </a:cubicBezTo>
                  <a:lnTo>
                    <a:pt x="47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27"/>
          <p:cNvGrpSpPr/>
          <p:nvPr/>
        </p:nvGrpSpPr>
        <p:grpSpPr>
          <a:xfrm>
            <a:off x="4305539" y="2363326"/>
            <a:ext cx="485193" cy="296592"/>
            <a:chOff x="6985014" y="1063926"/>
            <a:chExt cx="485193" cy="296592"/>
          </a:xfrm>
        </p:grpSpPr>
        <p:sp>
          <p:nvSpPr>
            <p:cNvPr id="584" name="Google Shape;584;p27"/>
            <p:cNvSpPr/>
            <p:nvPr/>
          </p:nvSpPr>
          <p:spPr>
            <a:xfrm>
              <a:off x="6985014" y="1063926"/>
              <a:ext cx="296614" cy="296592"/>
            </a:xfrm>
            <a:custGeom>
              <a:rect b="b" l="l" r="r" t="t"/>
              <a:pathLst>
                <a:path extrusionOk="0" h="14015" w="14016">
                  <a:moveTo>
                    <a:pt x="6898" y="3812"/>
                  </a:moveTo>
                  <a:cubicBezTo>
                    <a:pt x="8528" y="3812"/>
                    <a:pt x="10090" y="5077"/>
                    <a:pt x="10090" y="6988"/>
                  </a:cubicBezTo>
                  <a:cubicBezTo>
                    <a:pt x="10090" y="8715"/>
                    <a:pt x="8637" y="10128"/>
                    <a:pt x="6910" y="10167"/>
                  </a:cubicBezTo>
                  <a:cubicBezTo>
                    <a:pt x="4083" y="10128"/>
                    <a:pt x="2670" y="6752"/>
                    <a:pt x="4672" y="4750"/>
                  </a:cubicBezTo>
                  <a:cubicBezTo>
                    <a:pt x="5321" y="4102"/>
                    <a:pt x="6117" y="3812"/>
                    <a:pt x="6898" y="3812"/>
                  </a:cubicBezTo>
                  <a:close/>
                  <a:moveTo>
                    <a:pt x="6085" y="0"/>
                  </a:moveTo>
                  <a:lnTo>
                    <a:pt x="6085" y="1688"/>
                  </a:lnTo>
                  <a:cubicBezTo>
                    <a:pt x="5771" y="1727"/>
                    <a:pt x="5457" y="1806"/>
                    <a:pt x="5182" y="1924"/>
                  </a:cubicBezTo>
                  <a:lnTo>
                    <a:pt x="4358" y="471"/>
                  </a:lnTo>
                  <a:lnTo>
                    <a:pt x="2709" y="1413"/>
                  </a:lnTo>
                  <a:lnTo>
                    <a:pt x="3534" y="2827"/>
                  </a:lnTo>
                  <a:cubicBezTo>
                    <a:pt x="3259" y="3062"/>
                    <a:pt x="3063" y="3258"/>
                    <a:pt x="2827" y="3494"/>
                  </a:cubicBezTo>
                  <a:lnTo>
                    <a:pt x="1414" y="2709"/>
                  </a:lnTo>
                  <a:lnTo>
                    <a:pt x="472" y="4318"/>
                  </a:lnTo>
                  <a:lnTo>
                    <a:pt x="1885" y="5143"/>
                  </a:lnTo>
                  <a:cubicBezTo>
                    <a:pt x="1767" y="5457"/>
                    <a:pt x="1689" y="5771"/>
                    <a:pt x="1649" y="6085"/>
                  </a:cubicBezTo>
                  <a:lnTo>
                    <a:pt x="1" y="6085"/>
                  </a:lnTo>
                  <a:lnTo>
                    <a:pt x="1" y="7969"/>
                  </a:lnTo>
                  <a:lnTo>
                    <a:pt x="1649" y="7969"/>
                  </a:lnTo>
                  <a:cubicBezTo>
                    <a:pt x="1728" y="8283"/>
                    <a:pt x="1806" y="8597"/>
                    <a:pt x="1924" y="8872"/>
                  </a:cubicBezTo>
                  <a:lnTo>
                    <a:pt x="472" y="9696"/>
                  </a:lnTo>
                  <a:lnTo>
                    <a:pt x="1414" y="11345"/>
                  </a:lnTo>
                  <a:lnTo>
                    <a:pt x="2906" y="10521"/>
                  </a:lnTo>
                  <a:cubicBezTo>
                    <a:pt x="3102" y="10717"/>
                    <a:pt x="3298" y="10953"/>
                    <a:pt x="3534" y="11149"/>
                  </a:cubicBezTo>
                  <a:lnTo>
                    <a:pt x="2709" y="12601"/>
                  </a:lnTo>
                  <a:lnTo>
                    <a:pt x="4358" y="13583"/>
                  </a:lnTo>
                  <a:lnTo>
                    <a:pt x="5222" y="12052"/>
                  </a:lnTo>
                  <a:cubicBezTo>
                    <a:pt x="5497" y="12170"/>
                    <a:pt x="5771" y="12248"/>
                    <a:pt x="6085" y="12287"/>
                  </a:cubicBezTo>
                  <a:lnTo>
                    <a:pt x="6085" y="14015"/>
                  </a:lnTo>
                  <a:lnTo>
                    <a:pt x="7970" y="14015"/>
                  </a:lnTo>
                  <a:lnTo>
                    <a:pt x="7970" y="12248"/>
                  </a:lnTo>
                  <a:cubicBezTo>
                    <a:pt x="8284" y="12209"/>
                    <a:pt x="8559" y="12130"/>
                    <a:pt x="8833" y="12013"/>
                  </a:cubicBezTo>
                  <a:lnTo>
                    <a:pt x="9697" y="13583"/>
                  </a:lnTo>
                  <a:lnTo>
                    <a:pt x="11346" y="12601"/>
                  </a:lnTo>
                  <a:lnTo>
                    <a:pt x="10443" y="11031"/>
                  </a:lnTo>
                  <a:cubicBezTo>
                    <a:pt x="10678" y="10835"/>
                    <a:pt x="10875" y="10639"/>
                    <a:pt x="11032" y="10442"/>
                  </a:cubicBezTo>
                  <a:lnTo>
                    <a:pt x="12641" y="11345"/>
                  </a:lnTo>
                  <a:lnTo>
                    <a:pt x="13583" y="9696"/>
                  </a:lnTo>
                  <a:lnTo>
                    <a:pt x="11974" y="8793"/>
                  </a:lnTo>
                  <a:cubicBezTo>
                    <a:pt x="12092" y="8519"/>
                    <a:pt x="12170" y="8244"/>
                    <a:pt x="12209" y="7969"/>
                  </a:cubicBezTo>
                  <a:lnTo>
                    <a:pt x="14015" y="7969"/>
                  </a:lnTo>
                  <a:lnTo>
                    <a:pt x="14015" y="6085"/>
                  </a:lnTo>
                  <a:lnTo>
                    <a:pt x="12209" y="6085"/>
                  </a:lnTo>
                  <a:cubicBezTo>
                    <a:pt x="12170" y="5771"/>
                    <a:pt x="12092" y="5496"/>
                    <a:pt x="11974" y="5221"/>
                  </a:cubicBezTo>
                  <a:lnTo>
                    <a:pt x="13544" y="4318"/>
                  </a:lnTo>
                  <a:lnTo>
                    <a:pt x="12602" y="2709"/>
                  </a:lnTo>
                  <a:lnTo>
                    <a:pt x="11071" y="3572"/>
                  </a:lnTo>
                  <a:cubicBezTo>
                    <a:pt x="10875" y="3337"/>
                    <a:pt x="10678" y="3141"/>
                    <a:pt x="10443" y="2944"/>
                  </a:cubicBezTo>
                  <a:lnTo>
                    <a:pt x="11346" y="1413"/>
                  </a:lnTo>
                  <a:lnTo>
                    <a:pt x="9697" y="471"/>
                  </a:lnTo>
                  <a:lnTo>
                    <a:pt x="8833" y="1963"/>
                  </a:lnTo>
                  <a:cubicBezTo>
                    <a:pt x="8559" y="1884"/>
                    <a:pt x="8244" y="1767"/>
                    <a:pt x="7970" y="1727"/>
                  </a:cubicBezTo>
                  <a:lnTo>
                    <a:pt x="79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7097176" y="1177738"/>
              <a:ext cx="68969" cy="68143"/>
            </a:xfrm>
            <a:custGeom>
              <a:rect b="b" l="l" r="r" t="t"/>
              <a:pathLst>
                <a:path extrusionOk="0" h="3220" w="3259">
                  <a:moveTo>
                    <a:pt x="1649" y="0"/>
                  </a:moveTo>
                  <a:cubicBezTo>
                    <a:pt x="746" y="0"/>
                    <a:pt x="0" y="707"/>
                    <a:pt x="0" y="1610"/>
                  </a:cubicBezTo>
                  <a:cubicBezTo>
                    <a:pt x="0" y="2513"/>
                    <a:pt x="746" y="3219"/>
                    <a:pt x="1649" y="3219"/>
                  </a:cubicBezTo>
                  <a:cubicBezTo>
                    <a:pt x="2513" y="3219"/>
                    <a:pt x="3259" y="2513"/>
                    <a:pt x="3259" y="1610"/>
                  </a:cubicBezTo>
                  <a:cubicBezTo>
                    <a:pt x="3259" y="707"/>
                    <a:pt x="2513" y="0"/>
                    <a:pt x="16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7291574" y="1065577"/>
              <a:ext cx="178633" cy="179458"/>
            </a:xfrm>
            <a:custGeom>
              <a:rect b="b" l="l" r="r" t="t"/>
              <a:pathLst>
                <a:path extrusionOk="0" h="8480" w="8441">
                  <a:moveTo>
                    <a:pt x="4135" y="3301"/>
                  </a:moveTo>
                  <a:cubicBezTo>
                    <a:pt x="4610" y="3301"/>
                    <a:pt x="5064" y="3680"/>
                    <a:pt x="5064" y="4240"/>
                  </a:cubicBezTo>
                  <a:cubicBezTo>
                    <a:pt x="5064" y="4751"/>
                    <a:pt x="4672" y="5143"/>
                    <a:pt x="4161" y="5143"/>
                  </a:cubicBezTo>
                  <a:cubicBezTo>
                    <a:pt x="3337" y="5143"/>
                    <a:pt x="2905" y="4162"/>
                    <a:pt x="3494" y="3573"/>
                  </a:cubicBezTo>
                  <a:cubicBezTo>
                    <a:pt x="3682" y="3385"/>
                    <a:pt x="3911" y="3301"/>
                    <a:pt x="4135" y="3301"/>
                  </a:cubicBezTo>
                  <a:close/>
                  <a:moveTo>
                    <a:pt x="3651" y="1"/>
                  </a:moveTo>
                  <a:lnTo>
                    <a:pt x="3651" y="1021"/>
                  </a:lnTo>
                  <a:cubicBezTo>
                    <a:pt x="3455" y="1061"/>
                    <a:pt x="3258" y="1100"/>
                    <a:pt x="3101" y="1178"/>
                  </a:cubicBezTo>
                  <a:lnTo>
                    <a:pt x="2630" y="275"/>
                  </a:lnTo>
                  <a:lnTo>
                    <a:pt x="1649" y="864"/>
                  </a:lnTo>
                  <a:lnTo>
                    <a:pt x="2120" y="1728"/>
                  </a:lnTo>
                  <a:cubicBezTo>
                    <a:pt x="1963" y="1846"/>
                    <a:pt x="1845" y="1963"/>
                    <a:pt x="1727" y="2120"/>
                  </a:cubicBezTo>
                  <a:lnTo>
                    <a:pt x="864" y="1649"/>
                  </a:lnTo>
                  <a:lnTo>
                    <a:pt x="275" y="2631"/>
                  </a:lnTo>
                  <a:lnTo>
                    <a:pt x="1139" y="3102"/>
                  </a:lnTo>
                  <a:cubicBezTo>
                    <a:pt x="1060" y="3298"/>
                    <a:pt x="1021" y="3455"/>
                    <a:pt x="982" y="3651"/>
                  </a:cubicBezTo>
                  <a:lnTo>
                    <a:pt x="0" y="3651"/>
                  </a:lnTo>
                  <a:lnTo>
                    <a:pt x="0" y="4829"/>
                  </a:lnTo>
                  <a:lnTo>
                    <a:pt x="982" y="4829"/>
                  </a:lnTo>
                  <a:cubicBezTo>
                    <a:pt x="1021" y="4986"/>
                    <a:pt x="1060" y="5182"/>
                    <a:pt x="1139" y="5339"/>
                  </a:cubicBezTo>
                  <a:lnTo>
                    <a:pt x="275" y="5850"/>
                  </a:lnTo>
                  <a:lnTo>
                    <a:pt x="864" y="6831"/>
                  </a:lnTo>
                  <a:lnTo>
                    <a:pt x="1727" y="6321"/>
                  </a:lnTo>
                  <a:cubicBezTo>
                    <a:pt x="1845" y="6478"/>
                    <a:pt x="2002" y="6596"/>
                    <a:pt x="2120" y="6713"/>
                  </a:cubicBezTo>
                  <a:lnTo>
                    <a:pt x="1649" y="7616"/>
                  </a:lnTo>
                  <a:lnTo>
                    <a:pt x="2630" y="8205"/>
                  </a:lnTo>
                  <a:lnTo>
                    <a:pt x="3141" y="7263"/>
                  </a:lnTo>
                  <a:cubicBezTo>
                    <a:pt x="3298" y="7342"/>
                    <a:pt x="3494" y="7381"/>
                    <a:pt x="3651" y="7420"/>
                  </a:cubicBezTo>
                  <a:lnTo>
                    <a:pt x="3651" y="8480"/>
                  </a:lnTo>
                  <a:lnTo>
                    <a:pt x="4829" y="8480"/>
                  </a:lnTo>
                  <a:lnTo>
                    <a:pt x="4829" y="7381"/>
                  </a:lnTo>
                  <a:cubicBezTo>
                    <a:pt x="4986" y="7342"/>
                    <a:pt x="5143" y="7302"/>
                    <a:pt x="5300" y="7263"/>
                  </a:cubicBezTo>
                  <a:lnTo>
                    <a:pt x="5849" y="8205"/>
                  </a:lnTo>
                  <a:lnTo>
                    <a:pt x="6831" y="7616"/>
                  </a:lnTo>
                  <a:lnTo>
                    <a:pt x="6281" y="6635"/>
                  </a:lnTo>
                  <a:cubicBezTo>
                    <a:pt x="6399" y="6517"/>
                    <a:pt x="6517" y="6399"/>
                    <a:pt x="6635" y="6282"/>
                  </a:cubicBezTo>
                  <a:lnTo>
                    <a:pt x="7616" y="6831"/>
                  </a:lnTo>
                  <a:lnTo>
                    <a:pt x="8205" y="5850"/>
                  </a:lnTo>
                  <a:lnTo>
                    <a:pt x="7223" y="5300"/>
                  </a:lnTo>
                  <a:cubicBezTo>
                    <a:pt x="7263" y="5143"/>
                    <a:pt x="7302" y="4947"/>
                    <a:pt x="7341" y="4790"/>
                  </a:cubicBezTo>
                  <a:lnTo>
                    <a:pt x="8440" y="4829"/>
                  </a:lnTo>
                  <a:lnTo>
                    <a:pt x="8440" y="3691"/>
                  </a:lnTo>
                  <a:lnTo>
                    <a:pt x="7341" y="3691"/>
                  </a:lnTo>
                  <a:cubicBezTo>
                    <a:pt x="7302" y="3494"/>
                    <a:pt x="7263" y="3337"/>
                    <a:pt x="7223" y="3180"/>
                  </a:cubicBezTo>
                  <a:lnTo>
                    <a:pt x="8166" y="2631"/>
                  </a:lnTo>
                  <a:lnTo>
                    <a:pt x="7577" y="1649"/>
                  </a:lnTo>
                  <a:lnTo>
                    <a:pt x="6674" y="2199"/>
                  </a:lnTo>
                  <a:cubicBezTo>
                    <a:pt x="6556" y="2042"/>
                    <a:pt x="6438" y="1924"/>
                    <a:pt x="6281" y="1806"/>
                  </a:cubicBezTo>
                  <a:lnTo>
                    <a:pt x="6831" y="903"/>
                  </a:lnTo>
                  <a:lnTo>
                    <a:pt x="5849" y="315"/>
                  </a:lnTo>
                  <a:lnTo>
                    <a:pt x="5339" y="1218"/>
                  </a:lnTo>
                  <a:cubicBezTo>
                    <a:pt x="5143" y="1139"/>
                    <a:pt x="4986" y="1100"/>
                    <a:pt x="4789" y="1061"/>
                  </a:cubicBezTo>
                  <a:lnTo>
                    <a:pt x="47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27"/>
          <p:cNvSpPr/>
          <p:nvPr/>
        </p:nvSpPr>
        <p:spPr>
          <a:xfrm>
            <a:off x="4186175" y="2111975"/>
            <a:ext cx="723900" cy="723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27"/>
          <p:cNvGrpSpPr/>
          <p:nvPr/>
        </p:nvGrpSpPr>
        <p:grpSpPr>
          <a:xfrm>
            <a:off x="4314449" y="2291568"/>
            <a:ext cx="436159" cy="364715"/>
            <a:chOff x="8160549" y="1446904"/>
            <a:chExt cx="436159" cy="364715"/>
          </a:xfrm>
        </p:grpSpPr>
        <p:sp>
          <p:nvSpPr>
            <p:cNvPr id="589" name="Google Shape;589;p27"/>
            <p:cNvSpPr/>
            <p:nvPr/>
          </p:nvSpPr>
          <p:spPr>
            <a:xfrm>
              <a:off x="8192102" y="1628012"/>
              <a:ext cx="72312" cy="183606"/>
            </a:xfrm>
            <a:custGeom>
              <a:rect b="b" l="l" r="r" t="t"/>
              <a:pathLst>
                <a:path extrusionOk="0" h="8676" w="3417">
                  <a:moveTo>
                    <a:pt x="3416" y="0"/>
                  </a:moveTo>
                  <a:lnTo>
                    <a:pt x="79" y="3298"/>
                  </a:lnTo>
                  <a:lnTo>
                    <a:pt x="1" y="3219"/>
                  </a:lnTo>
                  <a:lnTo>
                    <a:pt x="1" y="8676"/>
                  </a:lnTo>
                  <a:lnTo>
                    <a:pt x="3416" y="8676"/>
                  </a:lnTo>
                  <a:lnTo>
                    <a:pt x="34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8295968" y="1642953"/>
              <a:ext cx="71466" cy="168665"/>
            </a:xfrm>
            <a:custGeom>
              <a:rect b="b" l="l" r="r" t="t"/>
              <a:pathLst>
                <a:path extrusionOk="0" h="7970" w="3377">
                  <a:moveTo>
                    <a:pt x="0" y="1"/>
                  </a:moveTo>
                  <a:lnTo>
                    <a:pt x="0" y="7970"/>
                  </a:lnTo>
                  <a:lnTo>
                    <a:pt x="3376" y="7970"/>
                  </a:lnTo>
                  <a:lnTo>
                    <a:pt x="3376" y="34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8398966" y="1644625"/>
              <a:ext cx="71466" cy="166993"/>
            </a:xfrm>
            <a:custGeom>
              <a:rect b="b" l="l" r="r" t="t"/>
              <a:pathLst>
                <a:path extrusionOk="0" h="7891" w="3377">
                  <a:moveTo>
                    <a:pt x="3377" y="0"/>
                  </a:moveTo>
                  <a:lnTo>
                    <a:pt x="1" y="3416"/>
                  </a:lnTo>
                  <a:lnTo>
                    <a:pt x="1" y="7891"/>
                  </a:lnTo>
                  <a:lnTo>
                    <a:pt x="3377" y="7891"/>
                  </a:lnTo>
                  <a:lnTo>
                    <a:pt x="33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8501985" y="1578154"/>
              <a:ext cx="71466" cy="233465"/>
            </a:xfrm>
            <a:custGeom>
              <a:rect b="b" l="l" r="r" t="t"/>
              <a:pathLst>
                <a:path extrusionOk="0" h="11032" w="3377">
                  <a:moveTo>
                    <a:pt x="1689" y="1"/>
                  </a:moveTo>
                  <a:lnTo>
                    <a:pt x="1" y="1689"/>
                  </a:lnTo>
                  <a:lnTo>
                    <a:pt x="1" y="11032"/>
                  </a:lnTo>
                  <a:lnTo>
                    <a:pt x="3377" y="11032"/>
                  </a:lnTo>
                  <a:lnTo>
                    <a:pt x="3377" y="1728"/>
                  </a:lnTo>
                  <a:lnTo>
                    <a:pt x="16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8160549" y="1446904"/>
              <a:ext cx="436159" cy="247580"/>
            </a:xfrm>
            <a:custGeom>
              <a:rect b="b" l="l" r="r" t="t"/>
              <a:pathLst>
                <a:path extrusionOk="0" h="11699" w="20610">
                  <a:moveTo>
                    <a:pt x="20610" y="0"/>
                  </a:moveTo>
                  <a:lnTo>
                    <a:pt x="14447" y="1099"/>
                  </a:lnTo>
                  <a:lnTo>
                    <a:pt x="16213" y="2866"/>
                  </a:lnTo>
                  <a:lnTo>
                    <a:pt x="10560" y="8519"/>
                  </a:lnTo>
                  <a:lnTo>
                    <a:pt x="5300" y="3259"/>
                  </a:lnTo>
                  <a:lnTo>
                    <a:pt x="0" y="8519"/>
                  </a:lnTo>
                  <a:lnTo>
                    <a:pt x="1570" y="10128"/>
                  </a:lnTo>
                  <a:lnTo>
                    <a:pt x="5300" y="6438"/>
                  </a:lnTo>
                  <a:lnTo>
                    <a:pt x="10560" y="11699"/>
                  </a:lnTo>
                  <a:lnTo>
                    <a:pt x="17823" y="4475"/>
                  </a:lnTo>
                  <a:lnTo>
                    <a:pt x="19511" y="6163"/>
                  </a:lnTo>
                  <a:lnTo>
                    <a:pt x="206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4" name="Google Shape;594;p27"/>
          <p:cNvSpPr txBox="1"/>
          <p:nvPr>
            <p:ph idx="1" type="subTitle"/>
          </p:nvPr>
        </p:nvSpPr>
        <p:spPr>
          <a:xfrm>
            <a:off x="5546828" y="713232"/>
            <a:ext cx="28839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Analyze customers behaviour and preferences</a:t>
            </a:r>
            <a:endParaRPr sz="1800"/>
          </a:p>
        </p:txBody>
      </p:sp>
      <p:sp>
        <p:nvSpPr>
          <p:cNvPr id="595" name="Google Shape;595;p27"/>
          <p:cNvSpPr txBox="1"/>
          <p:nvPr>
            <p:ph idx="3" type="subTitle"/>
          </p:nvPr>
        </p:nvSpPr>
        <p:spPr>
          <a:xfrm>
            <a:off x="5547000" y="3447288"/>
            <a:ext cx="28839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Help to increase profit manifold</a:t>
            </a:r>
            <a:endParaRPr sz="1800"/>
          </a:p>
        </p:txBody>
      </p:sp>
      <p:sp>
        <p:nvSpPr>
          <p:cNvPr id="596" name="Google Shape;596;p27"/>
          <p:cNvSpPr txBox="1"/>
          <p:nvPr>
            <p:ph idx="2" type="subTitle"/>
          </p:nvPr>
        </p:nvSpPr>
        <p:spPr>
          <a:xfrm>
            <a:off x="5195725" y="2084825"/>
            <a:ext cx="30024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 the information to target specific customers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rnet Research Agency by Slidesgo">
  <a:themeElements>
    <a:clrScheme name="Simple Light">
      <a:dk1>
        <a:srgbClr val="FFFFFF"/>
      </a:dk1>
      <a:lt1>
        <a:srgbClr val="FFFFFF"/>
      </a:lt1>
      <a:dk2>
        <a:srgbClr val="FFFFFF"/>
      </a:dk2>
      <a:lt2>
        <a:srgbClr val="000000"/>
      </a:lt2>
      <a:accent1>
        <a:srgbClr val="009FE3"/>
      </a:accent1>
      <a:accent2>
        <a:srgbClr val="F4951B"/>
      </a:accent2>
      <a:accent3>
        <a:srgbClr val="662483"/>
      </a:accent3>
      <a:accent4>
        <a:srgbClr val="E6007E"/>
      </a:accent4>
      <a:accent5>
        <a:srgbClr val="C6EAFA"/>
      </a:accent5>
      <a:accent6>
        <a:srgbClr val="FAD6B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